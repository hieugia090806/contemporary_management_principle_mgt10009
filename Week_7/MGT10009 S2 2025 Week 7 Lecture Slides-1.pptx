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5.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06" r:id="rId6"/>
    <p:sldMasterId id="2147483718" r:id="rId7"/>
  </p:sldMasterIdLst>
  <p:notesMasterIdLst>
    <p:notesMasterId r:id="rId42"/>
  </p:notesMasterIdLst>
  <p:sldIdLst>
    <p:sldId id="568" r:id="rId8"/>
    <p:sldId id="824" r:id="rId9"/>
    <p:sldId id="506" r:id="rId10"/>
    <p:sldId id="515" r:id="rId11"/>
    <p:sldId id="516" r:id="rId12"/>
    <p:sldId id="519" r:id="rId13"/>
    <p:sldId id="520" r:id="rId14"/>
    <p:sldId id="521" r:id="rId15"/>
    <p:sldId id="522" r:id="rId16"/>
    <p:sldId id="523" r:id="rId17"/>
    <p:sldId id="524" r:id="rId18"/>
    <p:sldId id="525" r:id="rId19"/>
    <p:sldId id="526" r:id="rId20"/>
    <p:sldId id="527" r:id="rId21"/>
    <p:sldId id="528" r:id="rId22"/>
    <p:sldId id="529" r:id="rId23"/>
    <p:sldId id="530" r:id="rId24"/>
    <p:sldId id="531" r:id="rId25"/>
    <p:sldId id="533" r:id="rId26"/>
    <p:sldId id="534" r:id="rId27"/>
    <p:sldId id="535" r:id="rId28"/>
    <p:sldId id="536" r:id="rId29"/>
    <p:sldId id="537" r:id="rId30"/>
    <p:sldId id="538" r:id="rId31"/>
    <p:sldId id="539" r:id="rId32"/>
    <p:sldId id="542" r:id="rId33"/>
    <p:sldId id="543" r:id="rId34"/>
    <p:sldId id="544" r:id="rId35"/>
    <p:sldId id="545" r:id="rId36"/>
    <p:sldId id="546" r:id="rId37"/>
    <p:sldId id="547" r:id="rId38"/>
    <p:sldId id="556" r:id="rId39"/>
    <p:sldId id="551" r:id="rId40"/>
    <p:sldId id="552"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568"/>
            <p14:sldId id="824"/>
            <p14:sldId id="506"/>
            <p14:sldId id="515"/>
            <p14:sldId id="516"/>
            <p14:sldId id="519"/>
            <p14:sldId id="520"/>
            <p14:sldId id="521"/>
            <p14:sldId id="522"/>
            <p14:sldId id="523"/>
            <p14:sldId id="524"/>
            <p14:sldId id="525"/>
            <p14:sldId id="526"/>
            <p14:sldId id="527"/>
            <p14:sldId id="528"/>
            <p14:sldId id="529"/>
            <p14:sldId id="530"/>
            <p14:sldId id="531"/>
            <p14:sldId id="533"/>
            <p14:sldId id="534"/>
            <p14:sldId id="535"/>
            <p14:sldId id="536"/>
            <p14:sldId id="537"/>
            <p14:sldId id="538"/>
            <p14:sldId id="539"/>
            <p14:sldId id="542"/>
            <p14:sldId id="543"/>
            <p14:sldId id="544"/>
            <p14:sldId id="545"/>
            <p14:sldId id="546"/>
            <p14:sldId id="547"/>
            <p14:sldId id="556"/>
            <p14:sldId id="551"/>
            <p14:sldId id="552"/>
          </p14:sldIdLst>
        </p14:section>
      </p14:sectionLst>
    </p:ext>
    <p:ext uri="{EFAFB233-063F-42B5-8137-9DF3F51BA10A}">
      <p15:sldGuideLst xmlns:p15="http://schemas.microsoft.com/office/powerpoint/2012/main">
        <p15:guide id="2" pos="456" userDrawn="1">
          <p15:clr>
            <a:srgbClr val="A4A3A4"/>
          </p15:clr>
        </p15:guide>
        <p15:guide id="3" orient="horz" pos="2256" userDrawn="1">
          <p15:clr>
            <a:srgbClr val="A4A3A4"/>
          </p15:clr>
        </p15:guide>
        <p15:guide id="4" pos="56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CCCC"/>
    <a:srgbClr val="B0141B"/>
    <a:srgbClr val="C0161E"/>
    <a:srgbClr val="069598"/>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15BCEE-A880-4253-A6EB-27FFFCD589A1}" v="2" dt="2025-04-12T02:22:17.0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9" autoAdjust="0"/>
    <p:restoredTop sz="93302" autoAdjust="0"/>
  </p:normalViewPr>
  <p:slideViewPr>
    <p:cSldViewPr snapToGrid="0" showGuides="1">
      <p:cViewPr varScale="1">
        <p:scale>
          <a:sx n="63" d="100"/>
          <a:sy n="63" d="100"/>
        </p:scale>
        <p:origin x="1626" y="48"/>
      </p:cViewPr>
      <p:guideLst>
        <p:guide pos="456"/>
        <p:guide orient="horz" pos="2256"/>
        <p:guide pos="5664"/>
      </p:guideLst>
    </p:cSldViewPr>
  </p:slideViewPr>
  <p:outlineViewPr>
    <p:cViewPr>
      <p:scale>
        <a:sx n="33" d="100"/>
        <a:sy n="33" d="100"/>
      </p:scale>
      <p:origin x="0" y="-38472"/>
    </p:cViewPr>
  </p:outlineViewPr>
  <p:notesTextViewPr>
    <p:cViewPr>
      <p:scale>
        <a:sx n="100" d="100"/>
        <a:sy n="100" d="100"/>
      </p:scale>
      <p:origin x="0" y="0"/>
    </p:cViewPr>
  </p:notesTextViewPr>
  <p:sorterViewPr>
    <p:cViewPr>
      <p:scale>
        <a:sx n="100" d="100"/>
        <a:sy n="100" d="100"/>
      </p:scale>
      <p:origin x="0" y="-306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Moran" userId="204e4a19ae7aee6c" providerId="LiveId" clId="{A015BCEE-A880-4253-A6EB-27FFFCD589A1}"/>
    <pc:docChg chg="custSel modSld">
      <pc:chgData name="P Moran" userId="204e4a19ae7aee6c" providerId="LiveId" clId="{A015BCEE-A880-4253-A6EB-27FFFCD589A1}" dt="2025-04-12T02:28:33.770" v="172" actId="113"/>
      <pc:docMkLst>
        <pc:docMk/>
      </pc:docMkLst>
      <pc:sldChg chg="modSp mod">
        <pc:chgData name="P Moran" userId="204e4a19ae7aee6c" providerId="LiveId" clId="{A015BCEE-A880-4253-A6EB-27FFFCD589A1}" dt="2025-04-12T02:10:59.749" v="2" actId="13926"/>
        <pc:sldMkLst>
          <pc:docMk/>
          <pc:sldMk cId="2780852276" sldId="506"/>
        </pc:sldMkLst>
        <pc:spChg chg="mod">
          <ac:chgData name="P Moran" userId="204e4a19ae7aee6c" providerId="LiveId" clId="{A015BCEE-A880-4253-A6EB-27FFFCD589A1}" dt="2025-04-12T02:10:59.749" v="2" actId="13926"/>
          <ac:spMkLst>
            <pc:docMk/>
            <pc:sldMk cId="2780852276" sldId="506"/>
            <ac:spMk id="2" creationId="{BAB42C6F-64D4-4FC0-A590-011A0A3CE9C6}"/>
          </ac:spMkLst>
        </pc:spChg>
      </pc:sldChg>
      <pc:sldChg chg="modSp mod">
        <pc:chgData name="P Moran" userId="204e4a19ae7aee6c" providerId="LiveId" clId="{A015BCEE-A880-4253-A6EB-27FFFCD589A1}" dt="2025-04-12T02:11:34.507" v="9" actId="122"/>
        <pc:sldMkLst>
          <pc:docMk/>
          <pc:sldMk cId="903766706" sldId="515"/>
        </pc:sldMkLst>
        <pc:spChg chg="mod">
          <ac:chgData name="P Moran" userId="204e4a19ae7aee6c" providerId="LiveId" clId="{A015BCEE-A880-4253-A6EB-27FFFCD589A1}" dt="2025-04-12T02:11:34.507" v="9" actId="122"/>
          <ac:spMkLst>
            <pc:docMk/>
            <pc:sldMk cId="903766706" sldId="515"/>
            <ac:spMk id="2" creationId="{BDCFF704-B9B3-4C22-BDD3-03A553C31DB6}"/>
          </ac:spMkLst>
        </pc:spChg>
        <pc:spChg chg="mod">
          <ac:chgData name="P Moran" userId="204e4a19ae7aee6c" providerId="LiveId" clId="{A015BCEE-A880-4253-A6EB-27FFFCD589A1}" dt="2025-04-12T02:11:07.794" v="3" actId="14100"/>
          <ac:spMkLst>
            <pc:docMk/>
            <pc:sldMk cId="903766706" sldId="515"/>
            <ac:spMk id="3" creationId="{F613B231-1B34-43C2-A6D0-AC779044EB7A}"/>
          </ac:spMkLst>
        </pc:spChg>
        <pc:picChg chg="mod">
          <ac:chgData name="P Moran" userId="204e4a19ae7aee6c" providerId="LiveId" clId="{A015BCEE-A880-4253-A6EB-27FFFCD589A1}" dt="2025-04-12T02:11:15.560" v="6" actId="14100"/>
          <ac:picMkLst>
            <pc:docMk/>
            <pc:sldMk cId="903766706" sldId="515"/>
            <ac:picMk id="5" creationId="{AD78E518-C3D0-4B8F-A25B-83401DCA4798}"/>
          </ac:picMkLst>
        </pc:picChg>
      </pc:sldChg>
      <pc:sldChg chg="modSp mod">
        <pc:chgData name="P Moran" userId="204e4a19ae7aee6c" providerId="LiveId" clId="{A015BCEE-A880-4253-A6EB-27FFFCD589A1}" dt="2025-04-12T02:11:48.808" v="11" actId="13926"/>
        <pc:sldMkLst>
          <pc:docMk/>
          <pc:sldMk cId="568735235" sldId="516"/>
        </pc:sldMkLst>
        <pc:spChg chg="mod">
          <ac:chgData name="P Moran" userId="204e4a19ae7aee6c" providerId="LiveId" clId="{A015BCEE-A880-4253-A6EB-27FFFCD589A1}" dt="2025-04-12T02:11:48.808" v="11" actId="13926"/>
          <ac:spMkLst>
            <pc:docMk/>
            <pc:sldMk cId="568735235" sldId="516"/>
            <ac:spMk id="7" creationId="{6DA0C942-3796-4AF1-BC5C-43A850CE278F}"/>
          </ac:spMkLst>
        </pc:spChg>
      </pc:sldChg>
      <pc:sldChg chg="modSp mod">
        <pc:chgData name="P Moran" userId="204e4a19ae7aee6c" providerId="LiveId" clId="{A015BCEE-A880-4253-A6EB-27FFFCD589A1}" dt="2025-04-12T02:12:00.487" v="13" actId="122"/>
        <pc:sldMkLst>
          <pc:docMk/>
          <pc:sldMk cId="1788253538" sldId="519"/>
        </pc:sldMkLst>
        <pc:spChg chg="mod">
          <ac:chgData name="P Moran" userId="204e4a19ae7aee6c" providerId="LiveId" clId="{A015BCEE-A880-4253-A6EB-27FFFCD589A1}" dt="2025-04-12T02:12:00.487" v="13" actId="122"/>
          <ac:spMkLst>
            <pc:docMk/>
            <pc:sldMk cId="1788253538" sldId="519"/>
            <ac:spMk id="8" creationId="{E4750013-090A-467B-9E46-CF5E7EE63A0B}"/>
          </ac:spMkLst>
        </pc:spChg>
      </pc:sldChg>
      <pc:sldChg chg="modSp mod">
        <pc:chgData name="P Moran" userId="204e4a19ae7aee6c" providerId="LiveId" clId="{A015BCEE-A880-4253-A6EB-27FFFCD589A1}" dt="2025-04-12T02:12:23.075" v="16" actId="13926"/>
        <pc:sldMkLst>
          <pc:docMk/>
          <pc:sldMk cId="2782891854" sldId="520"/>
        </pc:sldMkLst>
        <pc:spChg chg="mod">
          <ac:chgData name="P Moran" userId="204e4a19ae7aee6c" providerId="LiveId" clId="{A015BCEE-A880-4253-A6EB-27FFFCD589A1}" dt="2025-04-12T02:12:23.075" v="16" actId="13926"/>
          <ac:spMkLst>
            <pc:docMk/>
            <pc:sldMk cId="2782891854" sldId="520"/>
            <ac:spMk id="2" creationId="{5E211666-9112-4724-99F5-AFF077E2E778}"/>
          </ac:spMkLst>
        </pc:spChg>
      </pc:sldChg>
      <pc:sldChg chg="modSp mod">
        <pc:chgData name="P Moran" userId="204e4a19ae7aee6c" providerId="LiveId" clId="{A015BCEE-A880-4253-A6EB-27FFFCD589A1}" dt="2025-04-12T02:12:56.225" v="22" actId="14100"/>
        <pc:sldMkLst>
          <pc:docMk/>
          <pc:sldMk cId="1792638227" sldId="521"/>
        </pc:sldMkLst>
        <pc:spChg chg="mod">
          <ac:chgData name="P Moran" userId="204e4a19ae7aee6c" providerId="LiveId" clId="{A015BCEE-A880-4253-A6EB-27FFFCD589A1}" dt="2025-04-12T02:12:56.225" v="22" actId="14100"/>
          <ac:spMkLst>
            <pc:docMk/>
            <pc:sldMk cId="1792638227" sldId="521"/>
            <ac:spMk id="4" creationId="{4A2731DE-CA89-CAC8-9B81-D116FB410961}"/>
          </ac:spMkLst>
        </pc:spChg>
        <pc:spChg chg="mod">
          <ac:chgData name="P Moran" userId="204e4a19ae7aee6c" providerId="LiveId" clId="{A015BCEE-A880-4253-A6EB-27FFFCD589A1}" dt="2025-04-12T02:12:47.934" v="20" actId="207"/>
          <ac:spMkLst>
            <pc:docMk/>
            <pc:sldMk cId="1792638227" sldId="521"/>
            <ac:spMk id="8" creationId="{E4750013-090A-467B-9E46-CF5E7EE63A0B}"/>
          </ac:spMkLst>
        </pc:spChg>
      </pc:sldChg>
      <pc:sldChg chg="modSp mod">
        <pc:chgData name="P Moran" userId="204e4a19ae7aee6c" providerId="LiveId" clId="{A015BCEE-A880-4253-A6EB-27FFFCD589A1}" dt="2025-04-12T02:13:16.128" v="28" actId="14100"/>
        <pc:sldMkLst>
          <pc:docMk/>
          <pc:sldMk cId="2152694470" sldId="522"/>
        </pc:sldMkLst>
        <pc:spChg chg="mod">
          <ac:chgData name="P Moran" userId="204e4a19ae7aee6c" providerId="LiveId" clId="{A015BCEE-A880-4253-A6EB-27FFFCD589A1}" dt="2025-04-12T02:13:16.128" v="28" actId="14100"/>
          <ac:spMkLst>
            <pc:docMk/>
            <pc:sldMk cId="2152694470" sldId="522"/>
            <ac:spMk id="8" creationId="{E4750013-090A-467B-9E46-CF5E7EE63A0B}"/>
          </ac:spMkLst>
        </pc:spChg>
      </pc:sldChg>
      <pc:sldChg chg="addSp modSp mod">
        <pc:chgData name="P Moran" userId="204e4a19ae7aee6c" providerId="LiveId" clId="{A015BCEE-A880-4253-A6EB-27FFFCD589A1}" dt="2025-04-12T02:15:28.552" v="46" actId="14100"/>
        <pc:sldMkLst>
          <pc:docMk/>
          <pc:sldMk cId="4058016831" sldId="523"/>
        </pc:sldMkLst>
        <pc:spChg chg="add mod">
          <ac:chgData name="P Moran" userId="204e4a19ae7aee6c" providerId="LiveId" clId="{A015BCEE-A880-4253-A6EB-27FFFCD589A1}" dt="2025-04-12T02:15:28.552" v="46" actId="14100"/>
          <ac:spMkLst>
            <pc:docMk/>
            <pc:sldMk cId="4058016831" sldId="523"/>
            <ac:spMk id="3" creationId="{42F2C500-3CD6-45D2-8076-A8AEA5DDD11B}"/>
          </ac:spMkLst>
        </pc:spChg>
        <pc:spChg chg="mod">
          <ac:chgData name="P Moran" userId="204e4a19ae7aee6c" providerId="LiveId" clId="{A015BCEE-A880-4253-A6EB-27FFFCD589A1}" dt="2025-04-12T02:15:20.048" v="43" actId="14100"/>
          <ac:spMkLst>
            <pc:docMk/>
            <pc:sldMk cId="4058016831" sldId="523"/>
            <ac:spMk id="8" creationId="{E4750013-090A-467B-9E46-CF5E7EE63A0B}"/>
          </ac:spMkLst>
        </pc:spChg>
        <pc:graphicFrameChg chg="mod">
          <ac:chgData name="P Moran" userId="204e4a19ae7aee6c" providerId="LiveId" clId="{A015BCEE-A880-4253-A6EB-27FFFCD589A1}" dt="2025-04-12T02:15:22.963" v="44" actId="1076"/>
          <ac:graphicFrameMkLst>
            <pc:docMk/>
            <pc:sldMk cId="4058016831" sldId="523"/>
            <ac:graphicFrameMk id="36" creationId="{ABA013AB-A01A-E30C-8EA3-F2BED4D486F6}"/>
          </ac:graphicFrameMkLst>
        </pc:graphicFrameChg>
      </pc:sldChg>
      <pc:sldChg chg="modSp mod">
        <pc:chgData name="P Moran" userId="204e4a19ae7aee6c" providerId="LiveId" clId="{A015BCEE-A880-4253-A6EB-27FFFCD589A1}" dt="2025-04-12T02:14:36.452" v="39" actId="122"/>
        <pc:sldMkLst>
          <pc:docMk/>
          <pc:sldMk cId="2109210227" sldId="524"/>
        </pc:sldMkLst>
        <pc:spChg chg="mod">
          <ac:chgData name="P Moran" userId="204e4a19ae7aee6c" providerId="LiveId" clId="{A015BCEE-A880-4253-A6EB-27FFFCD589A1}" dt="2025-04-12T02:14:36.452" v="39" actId="122"/>
          <ac:spMkLst>
            <pc:docMk/>
            <pc:sldMk cId="2109210227" sldId="524"/>
            <ac:spMk id="2" creationId="{28B93AFF-AA0C-46D1-8B17-B2C91BA1781F}"/>
          </ac:spMkLst>
        </pc:spChg>
      </pc:sldChg>
      <pc:sldChg chg="modSp mod">
        <pc:chgData name="P Moran" userId="204e4a19ae7aee6c" providerId="LiveId" clId="{A015BCEE-A880-4253-A6EB-27FFFCD589A1}" dt="2025-04-12T02:16:01.205" v="49" actId="13926"/>
        <pc:sldMkLst>
          <pc:docMk/>
          <pc:sldMk cId="3469394523" sldId="525"/>
        </pc:sldMkLst>
        <pc:spChg chg="mod">
          <ac:chgData name="P Moran" userId="204e4a19ae7aee6c" providerId="LiveId" clId="{A015BCEE-A880-4253-A6EB-27FFFCD589A1}" dt="2025-04-12T02:16:01.205" v="49" actId="13926"/>
          <ac:spMkLst>
            <pc:docMk/>
            <pc:sldMk cId="3469394523" sldId="525"/>
            <ac:spMk id="24578" creationId="{00000000-0000-0000-0000-000000000000}"/>
          </ac:spMkLst>
        </pc:spChg>
      </pc:sldChg>
      <pc:sldChg chg="modSp mod">
        <pc:chgData name="P Moran" userId="204e4a19ae7aee6c" providerId="LiveId" clId="{A015BCEE-A880-4253-A6EB-27FFFCD589A1}" dt="2025-04-12T02:16:44.456" v="52" actId="13926"/>
        <pc:sldMkLst>
          <pc:docMk/>
          <pc:sldMk cId="1814638556" sldId="526"/>
        </pc:sldMkLst>
        <pc:spChg chg="mod">
          <ac:chgData name="P Moran" userId="204e4a19ae7aee6c" providerId="LiveId" clId="{A015BCEE-A880-4253-A6EB-27FFFCD589A1}" dt="2025-04-12T02:16:44.456" v="52" actId="13926"/>
          <ac:spMkLst>
            <pc:docMk/>
            <pc:sldMk cId="1814638556" sldId="526"/>
            <ac:spMk id="2" creationId="{28B93AFF-AA0C-46D1-8B17-B2C91BA1781F}"/>
          </ac:spMkLst>
        </pc:spChg>
      </pc:sldChg>
      <pc:sldChg chg="modSp mod">
        <pc:chgData name="P Moran" userId="204e4a19ae7aee6c" providerId="LiveId" clId="{A015BCEE-A880-4253-A6EB-27FFFCD589A1}" dt="2025-04-12T02:17:01.826" v="55" actId="113"/>
        <pc:sldMkLst>
          <pc:docMk/>
          <pc:sldMk cId="2692419799" sldId="527"/>
        </pc:sldMkLst>
        <pc:spChg chg="mod">
          <ac:chgData name="P Moran" userId="204e4a19ae7aee6c" providerId="LiveId" clId="{A015BCEE-A880-4253-A6EB-27FFFCD589A1}" dt="2025-04-12T02:17:01.826" v="55" actId="113"/>
          <ac:spMkLst>
            <pc:docMk/>
            <pc:sldMk cId="2692419799" sldId="527"/>
            <ac:spMk id="8" creationId="{E4750013-090A-467B-9E46-CF5E7EE63A0B}"/>
          </ac:spMkLst>
        </pc:spChg>
      </pc:sldChg>
      <pc:sldChg chg="modSp mod">
        <pc:chgData name="P Moran" userId="204e4a19ae7aee6c" providerId="LiveId" clId="{A015BCEE-A880-4253-A6EB-27FFFCD589A1}" dt="2025-04-12T02:17:13.716" v="58" actId="122"/>
        <pc:sldMkLst>
          <pc:docMk/>
          <pc:sldMk cId="1555500984" sldId="528"/>
        </pc:sldMkLst>
        <pc:spChg chg="mod">
          <ac:chgData name="P Moran" userId="204e4a19ae7aee6c" providerId="LiveId" clId="{A015BCEE-A880-4253-A6EB-27FFFCD589A1}" dt="2025-04-12T02:17:13.716" v="58" actId="122"/>
          <ac:spMkLst>
            <pc:docMk/>
            <pc:sldMk cId="1555500984" sldId="528"/>
            <ac:spMk id="2" creationId="{CF2B0DF4-9F2B-4B0B-B188-97E1BEC981E1}"/>
          </ac:spMkLst>
        </pc:spChg>
      </pc:sldChg>
      <pc:sldChg chg="modSp mod">
        <pc:chgData name="P Moran" userId="204e4a19ae7aee6c" providerId="LiveId" clId="{A015BCEE-A880-4253-A6EB-27FFFCD589A1}" dt="2025-04-12T02:18:39.378" v="61" actId="13926"/>
        <pc:sldMkLst>
          <pc:docMk/>
          <pc:sldMk cId="2359637992" sldId="529"/>
        </pc:sldMkLst>
        <pc:spChg chg="mod">
          <ac:chgData name="P Moran" userId="204e4a19ae7aee6c" providerId="LiveId" clId="{A015BCEE-A880-4253-A6EB-27FFFCD589A1}" dt="2025-04-12T02:18:39.378" v="61" actId="13926"/>
          <ac:spMkLst>
            <pc:docMk/>
            <pc:sldMk cId="2359637992" sldId="529"/>
            <ac:spMk id="2" creationId="{CAE63CD7-285A-4E19-9CC9-862134541006}"/>
          </ac:spMkLst>
        </pc:spChg>
      </pc:sldChg>
      <pc:sldChg chg="modSp mod">
        <pc:chgData name="P Moran" userId="204e4a19ae7aee6c" providerId="LiveId" clId="{A015BCEE-A880-4253-A6EB-27FFFCD589A1}" dt="2025-04-12T02:19:26.523" v="64" actId="113"/>
        <pc:sldMkLst>
          <pc:docMk/>
          <pc:sldMk cId="2328478756" sldId="530"/>
        </pc:sldMkLst>
        <pc:spChg chg="mod">
          <ac:chgData name="P Moran" userId="204e4a19ae7aee6c" providerId="LiveId" clId="{A015BCEE-A880-4253-A6EB-27FFFCD589A1}" dt="2025-04-12T02:19:26.523" v="64" actId="113"/>
          <ac:spMkLst>
            <pc:docMk/>
            <pc:sldMk cId="2328478756" sldId="530"/>
            <ac:spMk id="2" creationId="{CF2B0DF4-9F2B-4B0B-B188-97E1BEC981E1}"/>
          </ac:spMkLst>
        </pc:spChg>
      </pc:sldChg>
      <pc:sldChg chg="modSp mod">
        <pc:chgData name="P Moran" userId="204e4a19ae7aee6c" providerId="LiveId" clId="{A015BCEE-A880-4253-A6EB-27FFFCD589A1}" dt="2025-04-12T02:19:59.362" v="67" actId="122"/>
        <pc:sldMkLst>
          <pc:docMk/>
          <pc:sldMk cId="1604374969" sldId="531"/>
        </pc:sldMkLst>
        <pc:spChg chg="mod">
          <ac:chgData name="P Moran" userId="204e4a19ae7aee6c" providerId="LiveId" clId="{A015BCEE-A880-4253-A6EB-27FFFCD589A1}" dt="2025-04-12T02:19:59.362" v="67" actId="122"/>
          <ac:spMkLst>
            <pc:docMk/>
            <pc:sldMk cId="1604374969" sldId="531"/>
            <ac:spMk id="8" creationId="{E4750013-090A-467B-9E46-CF5E7EE63A0B}"/>
          </ac:spMkLst>
        </pc:spChg>
      </pc:sldChg>
      <pc:sldChg chg="modSp mod">
        <pc:chgData name="P Moran" userId="204e4a19ae7aee6c" providerId="LiveId" clId="{A015BCEE-A880-4253-A6EB-27FFFCD589A1}" dt="2025-04-12T02:20:46.304" v="76" actId="14100"/>
        <pc:sldMkLst>
          <pc:docMk/>
          <pc:sldMk cId="2489380001" sldId="533"/>
        </pc:sldMkLst>
        <pc:spChg chg="mod">
          <ac:chgData name="P Moran" userId="204e4a19ae7aee6c" providerId="LiveId" clId="{A015BCEE-A880-4253-A6EB-27FFFCD589A1}" dt="2025-04-12T02:20:46.304" v="76" actId="14100"/>
          <ac:spMkLst>
            <pc:docMk/>
            <pc:sldMk cId="2489380001" sldId="533"/>
            <ac:spMk id="2" creationId="{36E20BC0-CED3-4B3D-9BE1-14E290FFEC03}"/>
          </ac:spMkLst>
        </pc:spChg>
        <pc:picChg chg="mod">
          <ac:chgData name="P Moran" userId="204e4a19ae7aee6c" providerId="LiveId" clId="{A015BCEE-A880-4253-A6EB-27FFFCD589A1}" dt="2025-04-12T02:20:41.001" v="74" actId="14100"/>
          <ac:picMkLst>
            <pc:docMk/>
            <pc:sldMk cId="2489380001" sldId="533"/>
            <ac:picMk id="7" creationId="{858EE57A-47C6-4256-B19C-56AA6AEA31DF}"/>
          </ac:picMkLst>
        </pc:picChg>
      </pc:sldChg>
      <pc:sldChg chg="modSp mod">
        <pc:chgData name="P Moran" userId="204e4a19ae7aee6c" providerId="LiveId" clId="{A015BCEE-A880-4253-A6EB-27FFFCD589A1}" dt="2025-04-12T02:21:00.139" v="79" actId="122"/>
        <pc:sldMkLst>
          <pc:docMk/>
          <pc:sldMk cId="1960363778" sldId="534"/>
        </pc:sldMkLst>
        <pc:spChg chg="mod">
          <ac:chgData name="P Moran" userId="204e4a19ae7aee6c" providerId="LiveId" clId="{A015BCEE-A880-4253-A6EB-27FFFCD589A1}" dt="2025-04-12T02:21:00.139" v="79" actId="122"/>
          <ac:spMkLst>
            <pc:docMk/>
            <pc:sldMk cId="1960363778" sldId="534"/>
            <ac:spMk id="2" creationId="{5E38237A-C659-404D-9BC0-4633218DB9CE}"/>
          </ac:spMkLst>
        </pc:spChg>
      </pc:sldChg>
      <pc:sldChg chg="modSp mod">
        <pc:chgData name="P Moran" userId="204e4a19ae7aee6c" providerId="LiveId" clId="{A015BCEE-A880-4253-A6EB-27FFFCD589A1}" dt="2025-04-12T02:21:08.771" v="82" actId="122"/>
        <pc:sldMkLst>
          <pc:docMk/>
          <pc:sldMk cId="3801162592" sldId="535"/>
        </pc:sldMkLst>
        <pc:spChg chg="mod">
          <ac:chgData name="P Moran" userId="204e4a19ae7aee6c" providerId="LiveId" clId="{A015BCEE-A880-4253-A6EB-27FFFCD589A1}" dt="2025-04-12T02:21:08.771" v="82" actId="122"/>
          <ac:spMkLst>
            <pc:docMk/>
            <pc:sldMk cId="3801162592" sldId="535"/>
            <ac:spMk id="2" creationId="{5E38237A-C659-404D-9BC0-4633218DB9CE}"/>
          </ac:spMkLst>
        </pc:spChg>
      </pc:sldChg>
      <pc:sldChg chg="modSp mod">
        <pc:chgData name="P Moran" userId="204e4a19ae7aee6c" providerId="LiveId" clId="{A015BCEE-A880-4253-A6EB-27FFFCD589A1}" dt="2025-04-12T02:21:31.062" v="86" actId="13926"/>
        <pc:sldMkLst>
          <pc:docMk/>
          <pc:sldMk cId="885656521" sldId="536"/>
        </pc:sldMkLst>
        <pc:spChg chg="mod">
          <ac:chgData name="P Moran" userId="204e4a19ae7aee6c" providerId="LiveId" clId="{A015BCEE-A880-4253-A6EB-27FFFCD589A1}" dt="2025-04-12T02:21:31.062" v="86" actId="13926"/>
          <ac:spMkLst>
            <pc:docMk/>
            <pc:sldMk cId="885656521" sldId="536"/>
            <ac:spMk id="2" creationId="{5C365859-345F-4BFD-B783-8B6ACC56D65C}"/>
          </ac:spMkLst>
        </pc:spChg>
      </pc:sldChg>
      <pc:sldChg chg="modSp mod">
        <pc:chgData name="P Moran" userId="204e4a19ae7aee6c" providerId="LiveId" clId="{A015BCEE-A880-4253-A6EB-27FFFCD589A1}" dt="2025-04-12T02:21:44.513" v="90" actId="13926"/>
        <pc:sldMkLst>
          <pc:docMk/>
          <pc:sldMk cId="2305099916" sldId="537"/>
        </pc:sldMkLst>
        <pc:spChg chg="mod">
          <ac:chgData name="P Moran" userId="204e4a19ae7aee6c" providerId="LiveId" clId="{A015BCEE-A880-4253-A6EB-27FFFCD589A1}" dt="2025-04-12T02:21:44.513" v="90" actId="13926"/>
          <ac:spMkLst>
            <pc:docMk/>
            <pc:sldMk cId="2305099916" sldId="537"/>
            <ac:spMk id="2" creationId="{5E38237A-C659-404D-9BC0-4633218DB9CE}"/>
          </ac:spMkLst>
        </pc:spChg>
      </pc:sldChg>
      <pc:sldChg chg="modSp mod">
        <pc:chgData name="P Moran" userId="204e4a19ae7aee6c" providerId="LiveId" clId="{A015BCEE-A880-4253-A6EB-27FFFCD589A1}" dt="2025-04-12T02:22:07.271" v="95" actId="14100"/>
        <pc:sldMkLst>
          <pc:docMk/>
          <pc:sldMk cId="2713352453" sldId="538"/>
        </pc:sldMkLst>
        <pc:spChg chg="mod">
          <ac:chgData name="P Moran" userId="204e4a19ae7aee6c" providerId="LiveId" clId="{A015BCEE-A880-4253-A6EB-27FFFCD589A1}" dt="2025-04-12T02:22:07.271" v="95" actId="14100"/>
          <ac:spMkLst>
            <pc:docMk/>
            <pc:sldMk cId="2713352453" sldId="538"/>
            <ac:spMk id="2" creationId="{21A3B5B7-463A-4FD2-B739-EA8B5CC385ED}"/>
          </ac:spMkLst>
        </pc:spChg>
      </pc:sldChg>
      <pc:sldChg chg="modSp mod">
        <pc:chgData name="P Moran" userId="204e4a19ae7aee6c" providerId="LiveId" clId="{A015BCEE-A880-4253-A6EB-27FFFCD589A1}" dt="2025-04-12T02:22:31.180" v="100" actId="13926"/>
        <pc:sldMkLst>
          <pc:docMk/>
          <pc:sldMk cId="940366548" sldId="539"/>
        </pc:sldMkLst>
        <pc:spChg chg="mod">
          <ac:chgData name="P Moran" userId="204e4a19ae7aee6c" providerId="LiveId" clId="{A015BCEE-A880-4253-A6EB-27FFFCD589A1}" dt="2025-04-12T02:22:31.180" v="100" actId="13926"/>
          <ac:spMkLst>
            <pc:docMk/>
            <pc:sldMk cId="940366548" sldId="539"/>
            <ac:spMk id="2" creationId="{5E38237A-C659-404D-9BC0-4633218DB9CE}"/>
          </ac:spMkLst>
        </pc:spChg>
      </pc:sldChg>
      <pc:sldChg chg="modSp mod">
        <pc:chgData name="P Moran" userId="204e4a19ae7aee6c" providerId="LiveId" clId="{A015BCEE-A880-4253-A6EB-27FFFCD589A1}" dt="2025-04-12T02:23:00.105" v="106" actId="14100"/>
        <pc:sldMkLst>
          <pc:docMk/>
          <pc:sldMk cId="1728342310" sldId="542"/>
        </pc:sldMkLst>
        <pc:spChg chg="mod">
          <ac:chgData name="P Moran" userId="204e4a19ae7aee6c" providerId="LiveId" clId="{A015BCEE-A880-4253-A6EB-27FFFCD589A1}" dt="2025-04-12T02:23:00.105" v="106" actId="14100"/>
          <ac:spMkLst>
            <pc:docMk/>
            <pc:sldMk cId="1728342310" sldId="542"/>
            <ac:spMk id="2" creationId="{5E38237A-C659-404D-9BC0-4633218DB9CE}"/>
          </ac:spMkLst>
        </pc:spChg>
      </pc:sldChg>
      <pc:sldChg chg="modSp mod">
        <pc:chgData name="P Moran" userId="204e4a19ae7aee6c" providerId="LiveId" clId="{A015BCEE-A880-4253-A6EB-27FFFCD589A1}" dt="2025-04-12T02:23:19.726" v="111" actId="122"/>
        <pc:sldMkLst>
          <pc:docMk/>
          <pc:sldMk cId="820455629" sldId="543"/>
        </pc:sldMkLst>
        <pc:spChg chg="mod">
          <ac:chgData name="P Moran" userId="204e4a19ae7aee6c" providerId="LiveId" clId="{A015BCEE-A880-4253-A6EB-27FFFCD589A1}" dt="2025-04-12T02:23:19.726" v="111" actId="122"/>
          <ac:spMkLst>
            <pc:docMk/>
            <pc:sldMk cId="820455629" sldId="543"/>
            <ac:spMk id="2" creationId="{5C365859-345F-4BFD-B783-8B6ACC56D65C}"/>
          </ac:spMkLst>
        </pc:spChg>
      </pc:sldChg>
      <pc:sldChg chg="modSp mod">
        <pc:chgData name="P Moran" userId="204e4a19ae7aee6c" providerId="LiveId" clId="{A015BCEE-A880-4253-A6EB-27FFFCD589A1}" dt="2025-04-12T02:23:37.675" v="115" actId="122"/>
        <pc:sldMkLst>
          <pc:docMk/>
          <pc:sldMk cId="574054768" sldId="544"/>
        </pc:sldMkLst>
        <pc:spChg chg="mod">
          <ac:chgData name="P Moran" userId="204e4a19ae7aee6c" providerId="LiveId" clId="{A015BCEE-A880-4253-A6EB-27FFFCD589A1}" dt="2025-04-12T02:23:37.675" v="115" actId="122"/>
          <ac:spMkLst>
            <pc:docMk/>
            <pc:sldMk cId="574054768" sldId="544"/>
            <ac:spMk id="2" creationId="{5C365859-345F-4BFD-B783-8B6ACC56D65C}"/>
          </ac:spMkLst>
        </pc:spChg>
      </pc:sldChg>
      <pc:sldChg chg="modSp mod">
        <pc:chgData name="P Moran" userId="204e4a19ae7aee6c" providerId="LiveId" clId="{A015BCEE-A880-4253-A6EB-27FFFCD589A1}" dt="2025-04-12T02:25:02.840" v="130" actId="255"/>
        <pc:sldMkLst>
          <pc:docMk/>
          <pc:sldMk cId="2680285047" sldId="545"/>
        </pc:sldMkLst>
        <pc:spChg chg="mod">
          <ac:chgData name="P Moran" userId="204e4a19ae7aee6c" providerId="LiveId" clId="{A015BCEE-A880-4253-A6EB-27FFFCD589A1}" dt="2025-04-12T02:25:02.840" v="130" actId="255"/>
          <ac:spMkLst>
            <pc:docMk/>
            <pc:sldMk cId="2680285047" sldId="545"/>
            <ac:spMk id="2" creationId="{21A3B5B7-463A-4FD2-B739-EA8B5CC385ED}"/>
          </ac:spMkLst>
        </pc:spChg>
        <pc:spChg chg="mod">
          <ac:chgData name="P Moran" userId="204e4a19ae7aee6c" providerId="LiveId" clId="{A015BCEE-A880-4253-A6EB-27FFFCD589A1}" dt="2025-04-12T02:24:25.417" v="123" actId="255"/>
          <ac:spMkLst>
            <pc:docMk/>
            <pc:sldMk cId="2680285047" sldId="545"/>
            <ac:spMk id="3" creationId="{6F884AFD-6CD9-4522-9E07-25B512DF74F2}"/>
          </ac:spMkLst>
        </pc:spChg>
      </pc:sldChg>
      <pc:sldChg chg="modSp mod">
        <pc:chgData name="P Moran" userId="204e4a19ae7aee6c" providerId="LiveId" clId="{A015BCEE-A880-4253-A6EB-27FFFCD589A1}" dt="2025-04-12T02:25:22.321" v="135" actId="207"/>
        <pc:sldMkLst>
          <pc:docMk/>
          <pc:sldMk cId="270926815" sldId="546"/>
        </pc:sldMkLst>
        <pc:spChg chg="mod">
          <ac:chgData name="P Moran" userId="204e4a19ae7aee6c" providerId="LiveId" clId="{A015BCEE-A880-4253-A6EB-27FFFCD589A1}" dt="2025-04-12T02:25:22.321" v="135" actId="207"/>
          <ac:spMkLst>
            <pc:docMk/>
            <pc:sldMk cId="270926815" sldId="546"/>
            <ac:spMk id="2" creationId="{1A8C61A2-FCBE-41C6-B633-322603F83115}"/>
          </ac:spMkLst>
        </pc:spChg>
      </pc:sldChg>
      <pc:sldChg chg="modSp mod">
        <pc:chgData name="P Moran" userId="204e4a19ae7aee6c" providerId="LiveId" clId="{A015BCEE-A880-4253-A6EB-27FFFCD589A1}" dt="2025-04-12T02:25:54.429" v="139" actId="13926"/>
        <pc:sldMkLst>
          <pc:docMk/>
          <pc:sldMk cId="2334211163" sldId="547"/>
        </pc:sldMkLst>
        <pc:spChg chg="mod">
          <ac:chgData name="P Moran" userId="204e4a19ae7aee6c" providerId="LiveId" clId="{A015BCEE-A880-4253-A6EB-27FFFCD589A1}" dt="2025-04-12T02:25:54.429" v="139" actId="13926"/>
          <ac:spMkLst>
            <pc:docMk/>
            <pc:sldMk cId="2334211163" sldId="547"/>
            <ac:spMk id="2" creationId="{53C1C762-9AD3-481A-890C-6FD695C046CA}"/>
          </ac:spMkLst>
        </pc:spChg>
      </pc:sldChg>
      <pc:sldChg chg="modSp mod">
        <pc:chgData name="P Moran" userId="204e4a19ae7aee6c" providerId="LiveId" clId="{A015BCEE-A880-4253-A6EB-27FFFCD589A1}" dt="2025-04-12T02:28:21.867" v="170" actId="122"/>
        <pc:sldMkLst>
          <pc:docMk/>
          <pc:sldMk cId="669521658" sldId="551"/>
        </pc:sldMkLst>
        <pc:spChg chg="mod">
          <ac:chgData name="P Moran" userId="204e4a19ae7aee6c" providerId="LiveId" clId="{A015BCEE-A880-4253-A6EB-27FFFCD589A1}" dt="2025-04-12T02:28:21.867" v="170" actId="122"/>
          <ac:spMkLst>
            <pc:docMk/>
            <pc:sldMk cId="669521658" sldId="551"/>
            <ac:spMk id="2" creationId="{53C1C762-9AD3-481A-890C-6FD695C046CA}"/>
          </ac:spMkLst>
        </pc:spChg>
      </pc:sldChg>
      <pc:sldChg chg="modSp mod">
        <pc:chgData name="P Moran" userId="204e4a19ae7aee6c" providerId="LiveId" clId="{A015BCEE-A880-4253-A6EB-27FFFCD589A1}" dt="2025-04-12T02:28:33.770" v="172" actId="113"/>
        <pc:sldMkLst>
          <pc:docMk/>
          <pc:sldMk cId="473058841" sldId="552"/>
        </pc:sldMkLst>
        <pc:spChg chg="mod">
          <ac:chgData name="P Moran" userId="204e4a19ae7aee6c" providerId="LiveId" clId="{A015BCEE-A880-4253-A6EB-27FFFCD589A1}" dt="2025-04-12T02:28:33.770" v="172" actId="113"/>
          <ac:spMkLst>
            <pc:docMk/>
            <pc:sldMk cId="473058841" sldId="552"/>
            <ac:spMk id="2" creationId="{6AE2562D-49A5-4C7D-B1AC-FB81EADBEDB4}"/>
          </ac:spMkLst>
        </pc:spChg>
      </pc:sldChg>
      <pc:sldChg chg="modSp mod">
        <pc:chgData name="P Moran" userId="204e4a19ae7aee6c" providerId="LiveId" clId="{A015BCEE-A880-4253-A6EB-27FFFCD589A1}" dt="2025-04-12T02:27:51.066" v="164" actId="20577"/>
        <pc:sldMkLst>
          <pc:docMk/>
          <pc:sldMk cId="3137881646" sldId="556"/>
        </pc:sldMkLst>
        <pc:spChg chg="mod">
          <ac:chgData name="P Moran" userId="204e4a19ae7aee6c" providerId="LiveId" clId="{A015BCEE-A880-4253-A6EB-27FFFCD589A1}" dt="2025-04-12T02:26:16.401" v="144" actId="14100"/>
          <ac:spMkLst>
            <pc:docMk/>
            <pc:sldMk cId="3137881646" sldId="556"/>
            <ac:spMk id="8" creationId="{9E8D79F8-6346-428D-ABF9-B59D0113EC01}"/>
          </ac:spMkLst>
        </pc:spChg>
        <pc:spChg chg="mod">
          <ac:chgData name="P Moran" userId="204e4a19ae7aee6c" providerId="LiveId" clId="{A015BCEE-A880-4253-A6EB-27FFFCD589A1}" dt="2025-04-12T02:27:51.066" v="164" actId="20577"/>
          <ac:spMkLst>
            <pc:docMk/>
            <pc:sldMk cId="3137881646" sldId="556"/>
            <ac:spMk id="9" creationId="{34AB4557-2D8A-43F1-A6EB-B0419E8312DA}"/>
          </ac:spMkLst>
        </pc:spChg>
        <pc:spChg chg="mod">
          <ac:chgData name="P Moran" userId="204e4a19ae7aee6c" providerId="LiveId" clId="{A015BCEE-A880-4253-A6EB-27FFFCD589A1}" dt="2025-04-12T02:27:28.459" v="161" actId="20577"/>
          <ac:spMkLst>
            <pc:docMk/>
            <pc:sldMk cId="3137881646" sldId="556"/>
            <ac:spMk id="13" creationId="{055CC6A2-AEFA-4E60-B9B2-13EE25033865}"/>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ata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ata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ata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DC3CE7-5C66-4B1E-83AD-9D6F32ED9958}" type="doc">
      <dgm:prSet loTypeId="urn:microsoft.com/office/officeart/2016/7/layout/LinearArrowProcessNumbered" loCatId="process" qsTypeId="urn:microsoft.com/office/officeart/2005/8/quickstyle/simple1" qsCatId="simple" csTypeId="urn:microsoft.com/office/officeart/2005/8/colors/accent3_2" csCatId="accent3"/>
      <dgm:spPr/>
      <dgm:t>
        <a:bodyPr/>
        <a:lstStyle/>
        <a:p>
          <a:endParaRPr lang="en-US"/>
        </a:p>
      </dgm:t>
    </dgm:pt>
    <dgm:pt modelId="{D81C42EF-485F-46C2-AF0F-6819730D12DC}">
      <dgm:prSet/>
      <dgm:spPr/>
      <dgm:t>
        <a:bodyPr/>
        <a:lstStyle/>
        <a:p>
          <a:r>
            <a:rPr lang="en-US"/>
            <a:t>Describe how environmental forces influence organizations and how organizations can influence their environments.</a:t>
          </a:r>
        </a:p>
      </dgm:t>
    </dgm:pt>
    <dgm:pt modelId="{CCFCF2E3-C568-40B5-B789-054DA6429EBF}" type="parTrans" cxnId="{F391913D-3560-4BA0-BE18-15CF81438F8E}">
      <dgm:prSet/>
      <dgm:spPr/>
      <dgm:t>
        <a:bodyPr/>
        <a:lstStyle/>
        <a:p>
          <a:endParaRPr lang="en-US"/>
        </a:p>
      </dgm:t>
    </dgm:pt>
    <dgm:pt modelId="{9947479A-E8EC-4F13-AD33-E60FFADEAACA}" type="sibTrans" cxnId="{F391913D-3560-4BA0-BE18-15CF81438F8E}">
      <dgm:prSet phldrT="1" phldr="0"/>
      <dgm:spPr/>
      <dgm:t>
        <a:bodyPr/>
        <a:lstStyle/>
        <a:p>
          <a:r>
            <a:rPr lang="en-US"/>
            <a:t>1</a:t>
          </a:r>
        </a:p>
      </dgm:t>
    </dgm:pt>
    <dgm:pt modelId="{29380481-70F8-4B7F-92F7-4E6B5CA66048}">
      <dgm:prSet/>
      <dgm:spPr/>
      <dgm:t>
        <a:bodyPr/>
        <a:lstStyle/>
        <a:p>
          <a:r>
            <a:rPr lang="en-US"/>
            <a:t>Distinguish between the macroenvironment and the competitive environment.</a:t>
          </a:r>
        </a:p>
      </dgm:t>
    </dgm:pt>
    <dgm:pt modelId="{1906D6FB-E94D-497A-A4D1-A8661822CD47}" type="parTrans" cxnId="{A13D49EE-BEBB-4FF6-8D93-2984B3FD8175}">
      <dgm:prSet/>
      <dgm:spPr/>
      <dgm:t>
        <a:bodyPr/>
        <a:lstStyle/>
        <a:p>
          <a:endParaRPr lang="en-US"/>
        </a:p>
      </dgm:t>
    </dgm:pt>
    <dgm:pt modelId="{60A51BA7-9020-47CB-945A-FB2F23E75431}" type="sibTrans" cxnId="{A13D49EE-BEBB-4FF6-8D93-2984B3FD8175}">
      <dgm:prSet phldrT="2" phldr="0"/>
      <dgm:spPr/>
      <dgm:t>
        <a:bodyPr/>
        <a:lstStyle/>
        <a:p>
          <a:r>
            <a:rPr lang="en-US"/>
            <a:t>2</a:t>
          </a:r>
        </a:p>
      </dgm:t>
    </dgm:pt>
    <dgm:pt modelId="{DAD71C80-A638-4092-94A2-EC97CFE09528}">
      <dgm:prSet/>
      <dgm:spPr/>
      <dgm:t>
        <a:bodyPr/>
        <a:lstStyle/>
        <a:p>
          <a:r>
            <a:rPr lang="en-US"/>
            <a:t>Identify elements of the competitive environment.</a:t>
          </a:r>
        </a:p>
      </dgm:t>
    </dgm:pt>
    <dgm:pt modelId="{57C543A0-AD91-4B05-B1DA-739F08B9D021}" type="parTrans" cxnId="{C78493D4-F24D-4066-A50C-0C59AB1AA24C}">
      <dgm:prSet/>
      <dgm:spPr/>
      <dgm:t>
        <a:bodyPr/>
        <a:lstStyle/>
        <a:p>
          <a:endParaRPr lang="en-US"/>
        </a:p>
      </dgm:t>
    </dgm:pt>
    <dgm:pt modelId="{AF31E004-2528-4BA0-B997-077EF4474A34}" type="sibTrans" cxnId="{C78493D4-F24D-4066-A50C-0C59AB1AA24C}">
      <dgm:prSet phldrT="3" phldr="0"/>
      <dgm:spPr/>
      <dgm:t>
        <a:bodyPr/>
        <a:lstStyle/>
        <a:p>
          <a:r>
            <a:rPr lang="en-US"/>
            <a:t>3</a:t>
          </a:r>
        </a:p>
      </dgm:t>
    </dgm:pt>
    <dgm:pt modelId="{65FC367C-0D84-43C3-B384-066351C7039F}">
      <dgm:prSet/>
      <dgm:spPr/>
      <dgm:t>
        <a:bodyPr/>
        <a:lstStyle/>
        <a:p>
          <a:r>
            <a:rPr lang="en-US"/>
            <a:t>Summarize how organizations respond to environmental uncertainty. </a:t>
          </a:r>
        </a:p>
      </dgm:t>
    </dgm:pt>
    <dgm:pt modelId="{C5754F48-96A4-4FCC-BA69-9585B4E41DDB}" type="parTrans" cxnId="{909A1C12-C4DA-403F-B187-A86B6A3A5538}">
      <dgm:prSet/>
      <dgm:spPr/>
      <dgm:t>
        <a:bodyPr/>
        <a:lstStyle/>
        <a:p>
          <a:endParaRPr lang="en-US"/>
        </a:p>
      </dgm:t>
    </dgm:pt>
    <dgm:pt modelId="{5409FE94-6CB8-43A4-B394-18DBBF14F2E6}" type="sibTrans" cxnId="{909A1C12-C4DA-403F-B187-A86B6A3A5538}">
      <dgm:prSet phldrT="4" phldr="0"/>
      <dgm:spPr/>
      <dgm:t>
        <a:bodyPr/>
        <a:lstStyle/>
        <a:p>
          <a:r>
            <a:rPr lang="en-US"/>
            <a:t>4</a:t>
          </a:r>
        </a:p>
      </dgm:t>
    </dgm:pt>
    <dgm:pt modelId="{5F0707CB-2BD3-4F26-99D9-76EE5B7612D0}">
      <dgm:prSet/>
      <dgm:spPr/>
      <dgm:t>
        <a:bodyPr/>
        <a:lstStyle/>
        <a:p>
          <a:r>
            <a:rPr lang="en-US"/>
            <a:t>Define elements of an organization’s culture. </a:t>
          </a:r>
        </a:p>
      </dgm:t>
    </dgm:pt>
    <dgm:pt modelId="{8F546E24-8C77-46FD-99A1-453C415B9077}" type="parTrans" cxnId="{3183E4DE-ED68-480A-81D2-55DCD10938B8}">
      <dgm:prSet/>
      <dgm:spPr/>
      <dgm:t>
        <a:bodyPr/>
        <a:lstStyle/>
        <a:p>
          <a:endParaRPr lang="en-US"/>
        </a:p>
      </dgm:t>
    </dgm:pt>
    <dgm:pt modelId="{559BA69B-F61F-4879-B0DA-528FF2BFA711}" type="sibTrans" cxnId="{3183E4DE-ED68-480A-81D2-55DCD10938B8}">
      <dgm:prSet phldrT="5" phldr="0"/>
      <dgm:spPr/>
      <dgm:t>
        <a:bodyPr/>
        <a:lstStyle/>
        <a:p>
          <a:r>
            <a:rPr lang="en-US"/>
            <a:t>5</a:t>
          </a:r>
        </a:p>
      </dgm:t>
    </dgm:pt>
    <dgm:pt modelId="{D884BE9E-C84C-46CF-85DA-F14A046D23E5}">
      <dgm:prSet/>
      <dgm:spPr/>
      <dgm:t>
        <a:bodyPr/>
        <a:lstStyle/>
        <a:p>
          <a:r>
            <a:rPr lang="en-US"/>
            <a:t>Discuss how an organization’s culture and climate affect its response to its external environment.</a:t>
          </a:r>
        </a:p>
      </dgm:t>
    </dgm:pt>
    <dgm:pt modelId="{0381336F-F92E-4E65-ACEC-686774AC74A8}" type="parTrans" cxnId="{A25CE012-3FB1-4AD3-95CB-282F3B4670E9}">
      <dgm:prSet/>
      <dgm:spPr/>
      <dgm:t>
        <a:bodyPr/>
        <a:lstStyle/>
        <a:p>
          <a:endParaRPr lang="en-US"/>
        </a:p>
      </dgm:t>
    </dgm:pt>
    <dgm:pt modelId="{EED6AB7D-CF2C-408D-81C1-C6319F77ADA5}" type="sibTrans" cxnId="{A25CE012-3FB1-4AD3-95CB-282F3B4670E9}">
      <dgm:prSet phldrT="6" phldr="0"/>
      <dgm:spPr/>
      <dgm:t>
        <a:bodyPr/>
        <a:lstStyle/>
        <a:p>
          <a:r>
            <a:rPr lang="en-US"/>
            <a:t>6</a:t>
          </a:r>
        </a:p>
      </dgm:t>
    </dgm:pt>
    <dgm:pt modelId="{5C93A5ED-78BD-434F-8803-544536F48DC8}" type="pres">
      <dgm:prSet presAssocID="{34DC3CE7-5C66-4B1E-83AD-9D6F32ED9958}" presName="linearFlow" presStyleCnt="0">
        <dgm:presLayoutVars>
          <dgm:dir/>
          <dgm:animLvl val="lvl"/>
          <dgm:resizeHandles val="exact"/>
        </dgm:presLayoutVars>
      </dgm:prSet>
      <dgm:spPr/>
    </dgm:pt>
    <dgm:pt modelId="{B9797740-6F74-4A3E-94A7-A1E418D40D07}" type="pres">
      <dgm:prSet presAssocID="{D81C42EF-485F-46C2-AF0F-6819730D12DC}" presName="compositeNode" presStyleCnt="0"/>
      <dgm:spPr/>
    </dgm:pt>
    <dgm:pt modelId="{617DCAA0-0B1D-44EA-900B-E3774DD6925C}" type="pres">
      <dgm:prSet presAssocID="{D81C42EF-485F-46C2-AF0F-6819730D12DC}" presName="parTx" presStyleLbl="node1" presStyleIdx="0" presStyleCnt="0">
        <dgm:presLayoutVars>
          <dgm:chMax val="0"/>
          <dgm:chPref val="0"/>
          <dgm:bulletEnabled val="1"/>
        </dgm:presLayoutVars>
      </dgm:prSet>
      <dgm:spPr/>
    </dgm:pt>
    <dgm:pt modelId="{38B674EB-AC07-46AA-B71C-E18CE24F2BDA}" type="pres">
      <dgm:prSet presAssocID="{D81C42EF-485F-46C2-AF0F-6819730D12DC}" presName="parSh" presStyleCnt="0"/>
      <dgm:spPr/>
    </dgm:pt>
    <dgm:pt modelId="{02E15F24-DF26-4AE1-81EF-0A93854831C0}" type="pres">
      <dgm:prSet presAssocID="{D81C42EF-485F-46C2-AF0F-6819730D12DC}" presName="lineNode" presStyleLbl="alignAccFollowNode1" presStyleIdx="0" presStyleCnt="18"/>
      <dgm:spPr/>
    </dgm:pt>
    <dgm:pt modelId="{55067004-D2CA-4372-80EE-3D40BDB3D7A9}" type="pres">
      <dgm:prSet presAssocID="{D81C42EF-485F-46C2-AF0F-6819730D12DC}" presName="lineArrowNode" presStyleLbl="alignAccFollowNode1" presStyleIdx="1" presStyleCnt="18"/>
      <dgm:spPr/>
    </dgm:pt>
    <dgm:pt modelId="{D514B4C7-C87B-4FC3-9AAA-72E7A4A0EF50}" type="pres">
      <dgm:prSet presAssocID="{9947479A-E8EC-4F13-AD33-E60FFADEAACA}" presName="sibTransNodeCircle" presStyleLbl="alignNode1" presStyleIdx="0" presStyleCnt="6">
        <dgm:presLayoutVars>
          <dgm:chMax val="0"/>
          <dgm:bulletEnabled/>
        </dgm:presLayoutVars>
      </dgm:prSet>
      <dgm:spPr/>
    </dgm:pt>
    <dgm:pt modelId="{C6CF2E12-7D3C-455B-9BDB-F0A91EDCE9F3}" type="pres">
      <dgm:prSet presAssocID="{9947479A-E8EC-4F13-AD33-E60FFADEAACA}" presName="spacerBetweenCircleAndCallout" presStyleCnt="0">
        <dgm:presLayoutVars/>
      </dgm:prSet>
      <dgm:spPr/>
    </dgm:pt>
    <dgm:pt modelId="{46E80C8B-64E6-4EEC-B3D4-F6EB69FE36E0}" type="pres">
      <dgm:prSet presAssocID="{D81C42EF-485F-46C2-AF0F-6819730D12DC}" presName="nodeText" presStyleLbl="alignAccFollowNode1" presStyleIdx="2" presStyleCnt="18">
        <dgm:presLayoutVars>
          <dgm:bulletEnabled val="1"/>
        </dgm:presLayoutVars>
      </dgm:prSet>
      <dgm:spPr/>
    </dgm:pt>
    <dgm:pt modelId="{8E97A7AA-FA21-4C90-9E7E-58E621F80D0B}" type="pres">
      <dgm:prSet presAssocID="{9947479A-E8EC-4F13-AD33-E60FFADEAACA}" presName="sibTransComposite" presStyleCnt="0"/>
      <dgm:spPr/>
    </dgm:pt>
    <dgm:pt modelId="{84B50B93-885D-4527-AEB3-8860A79535D0}" type="pres">
      <dgm:prSet presAssocID="{29380481-70F8-4B7F-92F7-4E6B5CA66048}" presName="compositeNode" presStyleCnt="0"/>
      <dgm:spPr/>
    </dgm:pt>
    <dgm:pt modelId="{89A49976-6770-4D04-82B8-E636A11EDFF2}" type="pres">
      <dgm:prSet presAssocID="{29380481-70F8-4B7F-92F7-4E6B5CA66048}" presName="parTx" presStyleLbl="node1" presStyleIdx="0" presStyleCnt="0">
        <dgm:presLayoutVars>
          <dgm:chMax val="0"/>
          <dgm:chPref val="0"/>
          <dgm:bulletEnabled val="1"/>
        </dgm:presLayoutVars>
      </dgm:prSet>
      <dgm:spPr/>
    </dgm:pt>
    <dgm:pt modelId="{9D1DE72B-12A3-46EB-899F-F6C856DA52DB}" type="pres">
      <dgm:prSet presAssocID="{29380481-70F8-4B7F-92F7-4E6B5CA66048}" presName="parSh" presStyleCnt="0"/>
      <dgm:spPr/>
    </dgm:pt>
    <dgm:pt modelId="{97E46EB9-8256-4BC1-965C-3FF43BE6D1A7}" type="pres">
      <dgm:prSet presAssocID="{29380481-70F8-4B7F-92F7-4E6B5CA66048}" presName="lineNode" presStyleLbl="alignAccFollowNode1" presStyleIdx="3" presStyleCnt="18"/>
      <dgm:spPr/>
    </dgm:pt>
    <dgm:pt modelId="{36A670AB-7CE9-423D-A48D-FB0CD11251A5}" type="pres">
      <dgm:prSet presAssocID="{29380481-70F8-4B7F-92F7-4E6B5CA66048}" presName="lineArrowNode" presStyleLbl="alignAccFollowNode1" presStyleIdx="4" presStyleCnt="18"/>
      <dgm:spPr/>
    </dgm:pt>
    <dgm:pt modelId="{56701A4E-3DAE-4D63-810A-39D6084CF812}" type="pres">
      <dgm:prSet presAssocID="{60A51BA7-9020-47CB-945A-FB2F23E75431}" presName="sibTransNodeCircle" presStyleLbl="alignNode1" presStyleIdx="1" presStyleCnt="6">
        <dgm:presLayoutVars>
          <dgm:chMax val="0"/>
          <dgm:bulletEnabled/>
        </dgm:presLayoutVars>
      </dgm:prSet>
      <dgm:spPr/>
    </dgm:pt>
    <dgm:pt modelId="{BEC95756-43CB-4533-AA0F-615FCD97C398}" type="pres">
      <dgm:prSet presAssocID="{60A51BA7-9020-47CB-945A-FB2F23E75431}" presName="spacerBetweenCircleAndCallout" presStyleCnt="0">
        <dgm:presLayoutVars/>
      </dgm:prSet>
      <dgm:spPr/>
    </dgm:pt>
    <dgm:pt modelId="{E8D87EC8-BFE1-4237-B697-224B3EFE3F94}" type="pres">
      <dgm:prSet presAssocID="{29380481-70F8-4B7F-92F7-4E6B5CA66048}" presName="nodeText" presStyleLbl="alignAccFollowNode1" presStyleIdx="5" presStyleCnt="18">
        <dgm:presLayoutVars>
          <dgm:bulletEnabled val="1"/>
        </dgm:presLayoutVars>
      </dgm:prSet>
      <dgm:spPr/>
    </dgm:pt>
    <dgm:pt modelId="{EBFDE811-C969-4D6C-8648-DBA35ADD1BBA}" type="pres">
      <dgm:prSet presAssocID="{60A51BA7-9020-47CB-945A-FB2F23E75431}" presName="sibTransComposite" presStyleCnt="0"/>
      <dgm:spPr/>
    </dgm:pt>
    <dgm:pt modelId="{77F536BC-98F5-4736-B2FE-5831DD718731}" type="pres">
      <dgm:prSet presAssocID="{DAD71C80-A638-4092-94A2-EC97CFE09528}" presName="compositeNode" presStyleCnt="0"/>
      <dgm:spPr/>
    </dgm:pt>
    <dgm:pt modelId="{9DFB35F3-1D7D-41C1-8324-81A5B691D722}" type="pres">
      <dgm:prSet presAssocID="{DAD71C80-A638-4092-94A2-EC97CFE09528}" presName="parTx" presStyleLbl="node1" presStyleIdx="0" presStyleCnt="0">
        <dgm:presLayoutVars>
          <dgm:chMax val="0"/>
          <dgm:chPref val="0"/>
          <dgm:bulletEnabled val="1"/>
        </dgm:presLayoutVars>
      </dgm:prSet>
      <dgm:spPr/>
    </dgm:pt>
    <dgm:pt modelId="{6B11F00D-E0EB-4D8E-BA43-2785F39D1CBC}" type="pres">
      <dgm:prSet presAssocID="{DAD71C80-A638-4092-94A2-EC97CFE09528}" presName="parSh" presStyleCnt="0"/>
      <dgm:spPr/>
    </dgm:pt>
    <dgm:pt modelId="{FB972B2F-3A1B-4697-A5B9-C81FD1E46A31}" type="pres">
      <dgm:prSet presAssocID="{DAD71C80-A638-4092-94A2-EC97CFE09528}" presName="lineNode" presStyleLbl="alignAccFollowNode1" presStyleIdx="6" presStyleCnt="18"/>
      <dgm:spPr/>
    </dgm:pt>
    <dgm:pt modelId="{D719D9A0-892E-45D2-8F91-F3747FD64ED8}" type="pres">
      <dgm:prSet presAssocID="{DAD71C80-A638-4092-94A2-EC97CFE09528}" presName="lineArrowNode" presStyleLbl="alignAccFollowNode1" presStyleIdx="7" presStyleCnt="18"/>
      <dgm:spPr/>
    </dgm:pt>
    <dgm:pt modelId="{01B9F411-031D-4621-9134-C0324368D6BD}" type="pres">
      <dgm:prSet presAssocID="{AF31E004-2528-4BA0-B997-077EF4474A34}" presName="sibTransNodeCircle" presStyleLbl="alignNode1" presStyleIdx="2" presStyleCnt="6">
        <dgm:presLayoutVars>
          <dgm:chMax val="0"/>
          <dgm:bulletEnabled/>
        </dgm:presLayoutVars>
      </dgm:prSet>
      <dgm:spPr/>
    </dgm:pt>
    <dgm:pt modelId="{2032986E-B6F4-402E-8B76-AFF92648FC46}" type="pres">
      <dgm:prSet presAssocID="{AF31E004-2528-4BA0-B997-077EF4474A34}" presName="spacerBetweenCircleAndCallout" presStyleCnt="0">
        <dgm:presLayoutVars/>
      </dgm:prSet>
      <dgm:spPr/>
    </dgm:pt>
    <dgm:pt modelId="{C20237E4-EF13-4CD9-B84E-B2E1DBB52DBE}" type="pres">
      <dgm:prSet presAssocID="{DAD71C80-A638-4092-94A2-EC97CFE09528}" presName="nodeText" presStyleLbl="alignAccFollowNode1" presStyleIdx="8" presStyleCnt="18">
        <dgm:presLayoutVars>
          <dgm:bulletEnabled val="1"/>
        </dgm:presLayoutVars>
      </dgm:prSet>
      <dgm:spPr/>
    </dgm:pt>
    <dgm:pt modelId="{3FC4E698-D666-4A30-A9F4-706D52E6AF32}" type="pres">
      <dgm:prSet presAssocID="{AF31E004-2528-4BA0-B997-077EF4474A34}" presName="sibTransComposite" presStyleCnt="0"/>
      <dgm:spPr/>
    </dgm:pt>
    <dgm:pt modelId="{8C982DAE-77DC-42BE-9767-4BACAC64A205}" type="pres">
      <dgm:prSet presAssocID="{65FC367C-0D84-43C3-B384-066351C7039F}" presName="compositeNode" presStyleCnt="0"/>
      <dgm:spPr/>
    </dgm:pt>
    <dgm:pt modelId="{329D3167-E8DA-45D5-A763-9A1D8A66D46D}" type="pres">
      <dgm:prSet presAssocID="{65FC367C-0D84-43C3-B384-066351C7039F}" presName="parTx" presStyleLbl="node1" presStyleIdx="0" presStyleCnt="0">
        <dgm:presLayoutVars>
          <dgm:chMax val="0"/>
          <dgm:chPref val="0"/>
          <dgm:bulletEnabled val="1"/>
        </dgm:presLayoutVars>
      </dgm:prSet>
      <dgm:spPr/>
    </dgm:pt>
    <dgm:pt modelId="{4886C44E-BF54-41B0-86F2-A8AD22F0D3F6}" type="pres">
      <dgm:prSet presAssocID="{65FC367C-0D84-43C3-B384-066351C7039F}" presName="parSh" presStyleCnt="0"/>
      <dgm:spPr/>
    </dgm:pt>
    <dgm:pt modelId="{14D254CF-1D99-461D-9596-C896ABEFCCBC}" type="pres">
      <dgm:prSet presAssocID="{65FC367C-0D84-43C3-B384-066351C7039F}" presName="lineNode" presStyleLbl="alignAccFollowNode1" presStyleIdx="9" presStyleCnt="18"/>
      <dgm:spPr/>
    </dgm:pt>
    <dgm:pt modelId="{87010F36-3559-4D30-948B-1B97707F9D73}" type="pres">
      <dgm:prSet presAssocID="{65FC367C-0D84-43C3-B384-066351C7039F}" presName="lineArrowNode" presStyleLbl="alignAccFollowNode1" presStyleIdx="10" presStyleCnt="18"/>
      <dgm:spPr/>
    </dgm:pt>
    <dgm:pt modelId="{6B05615C-780F-4554-A43D-99D5C8347EE2}" type="pres">
      <dgm:prSet presAssocID="{5409FE94-6CB8-43A4-B394-18DBBF14F2E6}" presName="sibTransNodeCircle" presStyleLbl="alignNode1" presStyleIdx="3" presStyleCnt="6">
        <dgm:presLayoutVars>
          <dgm:chMax val="0"/>
          <dgm:bulletEnabled/>
        </dgm:presLayoutVars>
      </dgm:prSet>
      <dgm:spPr/>
    </dgm:pt>
    <dgm:pt modelId="{BE6A9BDB-382F-45B1-9E44-5F8EB5AA74E7}" type="pres">
      <dgm:prSet presAssocID="{5409FE94-6CB8-43A4-B394-18DBBF14F2E6}" presName="spacerBetweenCircleAndCallout" presStyleCnt="0">
        <dgm:presLayoutVars/>
      </dgm:prSet>
      <dgm:spPr/>
    </dgm:pt>
    <dgm:pt modelId="{F5DE412A-BE8E-469F-9326-1FACA2142F63}" type="pres">
      <dgm:prSet presAssocID="{65FC367C-0D84-43C3-B384-066351C7039F}" presName="nodeText" presStyleLbl="alignAccFollowNode1" presStyleIdx="11" presStyleCnt="18">
        <dgm:presLayoutVars>
          <dgm:bulletEnabled val="1"/>
        </dgm:presLayoutVars>
      </dgm:prSet>
      <dgm:spPr/>
    </dgm:pt>
    <dgm:pt modelId="{4FC9E5FF-9892-4435-88BE-E064FF10F716}" type="pres">
      <dgm:prSet presAssocID="{5409FE94-6CB8-43A4-B394-18DBBF14F2E6}" presName="sibTransComposite" presStyleCnt="0"/>
      <dgm:spPr/>
    </dgm:pt>
    <dgm:pt modelId="{20C0BEA9-E50E-4C2B-9AFC-CB9B36D7C8D4}" type="pres">
      <dgm:prSet presAssocID="{5F0707CB-2BD3-4F26-99D9-76EE5B7612D0}" presName="compositeNode" presStyleCnt="0"/>
      <dgm:spPr/>
    </dgm:pt>
    <dgm:pt modelId="{B32D7ACB-4A38-4680-AD6E-7FB39724A9E9}" type="pres">
      <dgm:prSet presAssocID="{5F0707CB-2BD3-4F26-99D9-76EE5B7612D0}" presName="parTx" presStyleLbl="node1" presStyleIdx="0" presStyleCnt="0">
        <dgm:presLayoutVars>
          <dgm:chMax val="0"/>
          <dgm:chPref val="0"/>
          <dgm:bulletEnabled val="1"/>
        </dgm:presLayoutVars>
      </dgm:prSet>
      <dgm:spPr/>
    </dgm:pt>
    <dgm:pt modelId="{0874FFD2-F8E5-4D8D-8A41-1D2921F8AFF6}" type="pres">
      <dgm:prSet presAssocID="{5F0707CB-2BD3-4F26-99D9-76EE5B7612D0}" presName="parSh" presStyleCnt="0"/>
      <dgm:spPr/>
    </dgm:pt>
    <dgm:pt modelId="{F8F92AC8-231B-41CE-8782-EF3F717E867A}" type="pres">
      <dgm:prSet presAssocID="{5F0707CB-2BD3-4F26-99D9-76EE5B7612D0}" presName="lineNode" presStyleLbl="alignAccFollowNode1" presStyleIdx="12" presStyleCnt="18"/>
      <dgm:spPr/>
    </dgm:pt>
    <dgm:pt modelId="{21BC5303-C29F-4567-8C8A-82B06B55A831}" type="pres">
      <dgm:prSet presAssocID="{5F0707CB-2BD3-4F26-99D9-76EE5B7612D0}" presName="lineArrowNode" presStyleLbl="alignAccFollowNode1" presStyleIdx="13" presStyleCnt="18"/>
      <dgm:spPr/>
    </dgm:pt>
    <dgm:pt modelId="{6BA2AC00-2EAE-4206-B886-D51F12472D1D}" type="pres">
      <dgm:prSet presAssocID="{559BA69B-F61F-4879-B0DA-528FF2BFA711}" presName="sibTransNodeCircle" presStyleLbl="alignNode1" presStyleIdx="4" presStyleCnt="6">
        <dgm:presLayoutVars>
          <dgm:chMax val="0"/>
          <dgm:bulletEnabled/>
        </dgm:presLayoutVars>
      </dgm:prSet>
      <dgm:spPr/>
    </dgm:pt>
    <dgm:pt modelId="{19A2FFEE-1003-4905-89F3-6D6F3D6CD6D1}" type="pres">
      <dgm:prSet presAssocID="{559BA69B-F61F-4879-B0DA-528FF2BFA711}" presName="spacerBetweenCircleAndCallout" presStyleCnt="0">
        <dgm:presLayoutVars/>
      </dgm:prSet>
      <dgm:spPr/>
    </dgm:pt>
    <dgm:pt modelId="{9F75E6B2-30F3-4340-940F-E4674DE6495F}" type="pres">
      <dgm:prSet presAssocID="{5F0707CB-2BD3-4F26-99D9-76EE5B7612D0}" presName="nodeText" presStyleLbl="alignAccFollowNode1" presStyleIdx="14" presStyleCnt="18">
        <dgm:presLayoutVars>
          <dgm:bulletEnabled val="1"/>
        </dgm:presLayoutVars>
      </dgm:prSet>
      <dgm:spPr/>
    </dgm:pt>
    <dgm:pt modelId="{3DD87A71-233C-473A-B673-D4CD223DE0B7}" type="pres">
      <dgm:prSet presAssocID="{559BA69B-F61F-4879-B0DA-528FF2BFA711}" presName="sibTransComposite" presStyleCnt="0"/>
      <dgm:spPr/>
    </dgm:pt>
    <dgm:pt modelId="{877A5514-8C57-4B3B-8FD9-8311BE080709}" type="pres">
      <dgm:prSet presAssocID="{D884BE9E-C84C-46CF-85DA-F14A046D23E5}" presName="compositeNode" presStyleCnt="0"/>
      <dgm:spPr/>
    </dgm:pt>
    <dgm:pt modelId="{4515E593-3CBC-4BD6-8664-325322ACBA18}" type="pres">
      <dgm:prSet presAssocID="{D884BE9E-C84C-46CF-85DA-F14A046D23E5}" presName="parTx" presStyleLbl="node1" presStyleIdx="0" presStyleCnt="0">
        <dgm:presLayoutVars>
          <dgm:chMax val="0"/>
          <dgm:chPref val="0"/>
          <dgm:bulletEnabled val="1"/>
        </dgm:presLayoutVars>
      </dgm:prSet>
      <dgm:spPr/>
    </dgm:pt>
    <dgm:pt modelId="{9A691545-EA9D-43FE-824B-01036A6B5F76}" type="pres">
      <dgm:prSet presAssocID="{D884BE9E-C84C-46CF-85DA-F14A046D23E5}" presName="parSh" presStyleCnt="0"/>
      <dgm:spPr/>
    </dgm:pt>
    <dgm:pt modelId="{D3DA66CE-DC38-49BC-A82B-6C7D5E2D9282}" type="pres">
      <dgm:prSet presAssocID="{D884BE9E-C84C-46CF-85DA-F14A046D23E5}" presName="lineNode" presStyleLbl="alignAccFollowNode1" presStyleIdx="15" presStyleCnt="18"/>
      <dgm:spPr/>
    </dgm:pt>
    <dgm:pt modelId="{3CE6E733-B5CB-42C8-BBF2-EBC54836BA2F}" type="pres">
      <dgm:prSet presAssocID="{D884BE9E-C84C-46CF-85DA-F14A046D23E5}" presName="lineArrowNode" presStyleLbl="alignAccFollowNode1" presStyleIdx="16" presStyleCnt="18"/>
      <dgm:spPr/>
    </dgm:pt>
    <dgm:pt modelId="{2880C770-4B3F-4925-8CFB-B9E54DA7EECB}" type="pres">
      <dgm:prSet presAssocID="{EED6AB7D-CF2C-408D-81C1-C6319F77ADA5}" presName="sibTransNodeCircle" presStyleLbl="alignNode1" presStyleIdx="5" presStyleCnt="6">
        <dgm:presLayoutVars>
          <dgm:chMax val="0"/>
          <dgm:bulletEnabled/>
        </dgm:presLayoutVars>
      </dgm:prSet>
      <dgm:spPr/>
    </dgm:pt>
    <dgm:pt modelId="{C07511D2-C866-442B-A9D6-84C88AF9603C}" type="pres">
      <dgm:prSet presAssocID="{EED6AB7D-CF2C-408D-81C1-C6319F77ADA5}" presName="spacerBetweenCircleAndCallout" presStyleCnt="0">
        <dgm:presLayoutVars/>
      </dgm:prSet>
      <dgm:spPr/>
    </dgm:pt>
    <dgm:pt modelId="{67628AB2-B6C2-4439-A7B2-C954EF6FCE72}" type="pres">
      <dgm:prSet presAssocID="{D884BE9E-C84C-46CF-85DA-F14A046D23E5}" presName="nodeText" presStyleLbl="alignAccFollowNode1" presStyleIdx="17" presStyleCnt="18">
        <dgm:presLayoutVars>
          <dgm:bulletEnabled val="1"/>
        </dgm:presLayoutVars>
      </dgm:prSet>
      <dgm:spPr/>
    </dgm:pt>
  </dgm:ptLst>
  <dgm:cxnLst>
    <dgm:cxn modelId="{15447800-2931-453F-BE92-7FC5608236A4}" type="presOf" srcId="{34DC3CE7-5C66-4B1E-83AD-9D6F32ED9958}" destId="{5C93A5ED-78BD-434F-8803-544536F48DC8}" srcOrd="0" destOrd="0" presId="urn:microsoft.com/office/officeart/2016/7/layout/LinearArrowProcessNumbered"/>
    <dgm:cxn modelId="{909A1C12-C4DA-403F-B187-A86B6A3A5538}" srcId="{34DC3CE7-5C66-4B1E-83AD-9D6F32ED9958}" destId="{65FC367C-0D84-43C3-B384-066351C7039F}" srcOrd="3" destOrd="0" parTransId="{C5754F48-96A4-4FCC-BA69-9585B4E41DDB}" sibTransId="{5409FE94-6CB8-43A4-B394-18DBBF14F2E6}"/>
    <dgm:cxn modelId="{A25CE012-3FB1-4AD3-95CB-282F3B4670E9}" srcId="{34DC3CE7-5C66-4B1E-83AD-9D6F32ED9958}" destId="{D884BE9E-C84C-46CF-85DA-F14A046D23E5}" srcOrd="5" destOrd="0" parTransId="{0381336F-F92E-4E65-ACEC-686774AC74A8}" sibTransId="{EED6AB7D-CF2C-408D-81C1-C6319F77ADA5}"/>
    <dgm:cxn modelId="{EDCEFA24-4A3A-4DAD-9A73-4C868A808364}" type="presOf" srcId="{DAD71C80-A638-4092-94A2-EC97CFE09528}" destId="{C20237E4-EF13-4CD9-B84E-B2E1DBB52DBE}" srcOrd="0" destOrd="0" presId="urn:microsoft.com/office/officeart/2016/7/layout/LinearArrowProcessNumbered"/>
    <dgm:cxn modelId="{0F592732-4C24-40B3-87FC-633BF2328B24}" type="presOf" srcId="{60A51BA7-9020-47CB-945A-FB2F23E75431}" destId="{56701A4E-3DAE-4D63-810A-39D6084CF812}" srcOrd="0" destOrd="0" presId="urn:microsoft.com/office/officeart/2016/7/layout/LinearArrowProcessNumbered"/>
    <dgm:cxn modelId="{A75A1839-EE19-496A-8350-0195D2445F98}" type="presOf" srcId="{5409FE94-6CB8-43A4-B394-18DBBF14F2E6}" destId="{6B05615C-780F-4554-A43D-99D5C8347EE2}" srcOrd="0" destOrd="0" presId="urn:microsoft.com/office/officeart/2016/7/layout/LinearArrowProcessNumbered"/>
    <dgm:cxn modelId="{F391913D-3560-4BA0-BE18-15CF81438F8E}" srcId="{34DC3CE7-5C66-4B1E-83AD-9D6F32ED9958}" destId="{D81C42EF-485F-46C2-AF0F-6819730D12DC}" srcOrd="0" destOrd="0" parTransId="{CCFCF2E3-C568-40B5-B789-054DA6429EBF}" sibTransId="{9947479A-E8EC-4F13-AD33-E60FFADEAACA}"/>
    <dgm:cxn modelId="{8B287062-A610-4491-B233-04EC7E786639}" type="presOf" srcId="{559BA69B-F61F-4879-B0DA-528FF2BFA711}" destId="{6BA2AC00-2EAE-4206-B886-D51F12472D1D}" srcOrd="0" destOrd="0" presId="urn:microsoft.com/office/officeart/2016/7/layout/LinearArrowProcessNumbered"/>
    <dgm:cxn modelId="{D7B3B968-F0AC-402F-9EA1-8D70506AB1D2}" type="presOf" srcId="{D884BE9E-C84C-46CF-85DA-F14A046D23E5}" destId="{67628AB2-B6C2-4439-A7B2-C954EF6FCE72}" srcOrd="0" destOrd="0" presId="urn:microsoft.com/office/officeart/2016/7/layout/LinearArrowProcessNumbered"/>
    <dgm:cxn modelId="{4CBAD88A-94D1-4972-A834-996DB0CEEF91}" type="presOf" srcId="{9947479A-E8EC-4F13-AD33-E60FFADEAACA}" destId="{D514B4C7-C87B-4FC3-9AAA-72E7A4A0EF50}" srcOrd="0" destOrd="0" presId="urn:microsoft.com/office/officeart/2016/7/layout/LinearArrowProcessNumbered"/>
    <dgm:cxn modelId="{F9FC1094-5F81-44CB-BE79-39322AB22826}" type="presOf" srcId="{29380481-70F8-4B7F-92F7-4E6B5CA66048}" destId="{E8D87EC8-BFE1-4237-B697-224B3EFE3F94}" srcOrd="0" destOrd="0" presId="urn:microsoft.com/office/officeart/2016/7/layout/LinearArrowProcessNumbered"/>
    <dgm:cxn modelId="{5EC8B6A3-A7DD-4B4A-B400-F13265EDA663}" type="presOf" srcId="{EED6AB7D-CF2C-408D-81C1-C6319F77ADA5}" destId="{2880C770-4B3F-4925-8CFB-B9E54DA7EECB}" srcOrd="0" destOrd="0" presId="urn:microsoft.com/office/officeart/2016/7/layout/LinearArrowProcessNumbered"/>
    <dgm:cxn modelId="{C78493D4-F24D-4066-A50C-0C59AB1AA24C}" srcId="{34DC3CE7-5C66-4B1E-83AD-9D6F32ED9958}" destId="{DAD71C80-A638-4092-94A2-EC97CFE09528}" srcOrd="2" destOrd="0" parTransId="{57C543A0-AD91-4B05-B1DA-739F08B9D021}" sibTransId="{AF31E004-2528-4BA0-B997-077EF4474A34}"/>
    <dgm:cxn modelId="{732877D5-1955-4555-BD45-58DEE0B93E78}" type="presOf" srcId="{D81C42EF-485F-46C2-AF0F-6819730D12DC}" destId="{46E80C8B-64E6-4EEC-B3D4-F6EB69FE36E0}" srcOrd="0" destOrd="0" presId="urn:microsoft.com/office/officeart/2016/7/layout/LinearArrowProcessNumbered"/>
    <dgm:cxn modelId="{3183E4DE-ED68-480A-81D2-55DCD10938B8}" srcId="{34DC3CE7-5C66-4B1E-83AD-9D6F32ED9958}" destId="{5F0707CB-2BD3-4F26-99D9-76EE5B7612D0}" srcOrd="4" destOrd="0" parTransId="{8F546E24-8C77-46FD-99A1-453C415B9077}" sibTransId="{559BA69B-F61F-4879-B0DA-528FF2BFA711}"/>
    <dgm:cxn modelId="{8C03FFEA-D117-44F7-8775-9612E69164F0}" type="presOf" srcId="{AF31E004-2528-4BA0-B997-077EF4474A34}" destId="{01B9F411-031D-4621-9134-C0324368D6BD}" srcOrd="0" destOrd="0" presId="urn:microsoft.com/office/officeart/2016/7/layout/LinearArrowProcessNumbered"/>
    <dgm:cxn modelId="{A13D49EE-BEBB-4FF6-8D93-2984B3FD8175}" srcId="{34DC3CE7-5C66-4B1E-83AD-9D6F32ED9958}" destId="{29380481-70F8-4B7F-92F7-4E6B5CA66048}" srcOrd="1" destOrd="0" parTransId="{1906D6FB-E94D-497A-A4D1-A8661822CD47}" sibTransId="{60A51BA7-9020-47CB-945A-FB2F23E75431}"/>
    <dgm:cxn modelId="{EB110CF2-04BF-4944-811F-C6E938A30A7E}" type="presOf" srcId="{5F0707CB-2BD3-4F26-99D9-76EE5B7612D0}" destId="{9F75E6B2-30F3-4340-940F-E4674DE6495F}" srcOrd="0" destOrd="0" presId="urn:microsoft.com/office/officeart/2016/7/layout/LinearArrowProcessNumbered"/>
    <dgm:cxn modelId="{C3DBC2F2-6C76-40C5-B348-8360C6740E17}" type="presOf" srcId="{65FC367C-0D84-43C3-B384-066351C7039F}" destId="{F5DE412A-BE8E-469F-9326-1FACA2142F63}" srcOrd="0" destOrd="0" presId="urn:microsoft.com/office/officeart/2016/7/layout/LinearArrowProcessNumbered"/>
    <dgm:cxn modelId="{810BBA77-FBC4-4BA5-A30E-8CDE2BDDF485}" type="presParOf" srcId="{5C93A5ED-78BD-434F-8803-544536F48DC8}" destId="{B9797740-6F74-4A3E-94A7-A1E418D40D07}" srcOrd="0" destOrd="0" presId="urn:microsoft.com/office/officeart/2016/7/layout/LinearArrowProcessNumbered"/>
    <dgm:cxn modelId="{F0674C52-F03A-4449-9F89-213CB27A854C}" type="presParOf" srcId="{B9797740-6F74-4A3E-94A7-A1E418D40D07}" destId="{617DCAA0-0B1D-44EA-900B-E3774DD6925C}" srcOrd="0" destOrd="0" presId="urn:microsoft.com/office/officeart/2016/7/layout/LinearArrowProcessNumbered"/>
    <dgm:cxn modelId="{21E0B860-E8FB-4926-85AF-B4C355CDB101}" type="presParOf" srcId="{B9797740-6F74-4A3E-94A7-A1E418D40D07}" destId="{38B674EB-AC07-46AA-B71C-E18CE24F2BDA}" srcOrd="1" destOrd="0" presId="urn:microsoft.com/office/officeart/2016/7/layout/LinearArrowProcessNumbered"/>
    <dgm:cxn modelId="{E98C4D98-0591-49A0-BB25-654C04DBD479}" type="presParOf" srcId="{38B674EB-AC07-46AA-B71C-E18CE24F2BDA}" destId="{02E15F24-DF26-4AE1-81EF-0A93854831C0}" srcOrd="0" destOrd="0" presId="urn:microsoft.com/office/officeart/2016/7/layout/LinearArrowProcessNumbered"/>
    <dgm:cxn modelId="{8D59A8A1-6137-4547-85D4-BD0D39098FEC}" type="presParOf" srcId="{38B674EB-AC07-46AA-B71C-E18CE24F2BDA}" destId="{55067004-D2CA-4372-80EE-3D40BDB3D7A9}" srcOrd="1" destOrd="0" presId="urn:microsoft.com/office/officeart/2016/7/layout/LinearArrowProcessNumbered"/>
    <dgm:cxn modelId="{8CDF9E1D-7F28-4495-AEC5-B18B6D5F7170}" type="presParOf" srcId="{38B674EB-AC07-46AA-B71C-E18CE24F2BDA}" destId="{D514B4C7-C87B-4FC3-9AAA-72E7A4A0EF50}" srcOrd="2" destOrd="0" presId="urn:microsoft.com/office/officeart/2016/7/layout/LinearArrowProcessNumbered"/>
    <dgm:cxn modelId="{F08441E4-B269-4BE8-A9C2-4524B283348D}" type="presParOf" srcId="{38B674EB-AC07-46AA-B71C-E18CE24F2BDA}" destId="{C6CF2E12-7D3C-455B-9BDB-F0A91EDCE9F3}" srcOrd="3" destOrd="0" presId="urn:microsoft.com/office/officeart/2016/7/layout/LinearArrowProcessNumbered"/>
    <dgm:cxn modelId="{C5039B45-63F6-4DC3-B7A4-64110030D25E}" type="presParOf" srcId="{B9797740-6F74-4A3E-94A7-A1E418D40D07}" destId="{46E80C8B-64E6-4EEC-B3D4-F6EB69FE36E0}" srcOrd="2" destOrd="0" presId="urn:microsoft.com/office/officeart/2016/7/layout/LinearArrowProcessNumbered"/>
    <dgm:cxn modelId="{6E828D37-CF4E-48D5-8666-36CDE55BACB3}" type="presParOf" srcId="{5C93A5ED-78BD-434F-8803-544536F48DC8}" destId="{8E97A7AA-FA21-4C90-9E7E-58E621F80D0B}" srcOrd="1" destOrd="0" presId="urn:microsoft.com/office/officeart/2016/7/layout/LinearArrowProcessNumbered"/>
    <dgm:cxn modelId="{6AAFFD54-4905-43A8-87C0-556067A8294D}" type="presParOf" srcId="{5C93A5ED-78BD-434F-8803-544536F48DC8}" destId="{84B50B93-885D-4527-AEB3-8860A79535D0}" srcOrd="2" destOrd="0" presId="urn:microsoft.com/office/officeart/2016/7/layout/LinearArrowProcessNumbered"/>
    <dgm:cxn modelId="{8D03C111-0F39-417E-ACDA-A0285AB4762E}" type="presParOf" srcId="{84B50B93-885D-4527-AEB3-8860A79535D0}" destId="{89A49976-6770-4D04-82B8-E636A11EDFF2}" srcOrd="0" destOrd="0" presId="urn:microsoft.com/office/officeart/2016/7/layout/LinearArrowProcessNumbered"/>
    <dgm:cxn modelId="{57C9B4DC-391C-4854-9FAB-B1E962BF0EA1}" type="presParOf" srcId="{84B50B93-885D-4527-AEB3-8860A79535D0}" destId="{9D1DE72B-12A3-46EB-899F-F6C856DA52DB}" srcOrd="1" destOrd="0" presId="urn:microsoft.com/office/officeart/2016/7/layout/LinearArrowProcessNumbered"/>
    <dgm:cxn modelId="{10B99D4A-FCD3-48B4-923A-42BE9C989A20}" type="presParOf" srcId="{9D1DE72B-12A3-46EB-899F-F6C856DA52DB}" destId="{97E46EB9-8256-4BC1-965C-3FF43BE6D1A7}" srcOrd="0" destOrd="0" presId="urn:microsoft.com/office/officeart/2016/7/layout/LinearArrowProcessNumbered"/>
    <dgm:cxn modelId="{A38E0B08-EECA-49AE-88CA-AF58DAFB6124}" type="presParOf" srcId="{9D1DE72B-12A3-46EB-899F-F6C856DA52DB}" destId="{36A670AB-7CE9-423D-A48D-FB0CD11251A5}" srcOrd="1" destOrd="0" presId="urn:microsoft.com/office/officeart/2016/7/layout/LinearArrowProcessNumbered"/>
    <dgm:cxn modelId="{A71F39EE-C301-4909-BFB2-D7FECF217EE0}" type="presParOf" srcId="{9D1DE72B-12A3-46EB-899F-F6C856DA52DB}" destId="{56701A4E-3DAE-4D63-810A-39D6084CF812}" srcOrd="2" destOrd="0" presId="urn:microsoft.com/office/officeart/2016/7/layout/LinearArrowProcessNumbered"/>
    <dgm:cxn modelId="{738F8623-FA9B-4E66-8EB6-5D0CA7BC549D}" type="presParOf" srcId="{9D1DE72B-12A3-46EB-899F-F6C856DA52DB}" destId="{BEC95756-43CB-4533-AA0F-615FCD97C398}" srcOrd="3" destOrd="0" presId="urn:microsoft.com/office/officeart/2016/7/layout/LinearArrowProcessNumbered"/>
    <dgm:cxn modelId="{04A1019E-D070-46D0-9D61-B572C040C757}" type="presParOf" srcId="{84B50B93-885D-4527-AEB3-8860A79535D0}" destId="{E8D87EC8-BFE1-4237-B697-224B3EFE3F94}" srcOrd="2" destOrd="0" presId="urn:microsoft.com/office/officeart/2016/7/layout/LinearArrowProcessNumbered"/>
    <dgm:cxn modelId="{CE4361A1-1B9D-43FD-8F55-839F7AC7B3E4}" type="presParOf" srcId="{5C93A5ED-78BD-434F-8803-544536F48DC8}" destId="{EBFDE811-C969-4D6C-8648-DBA35ADD1BBA}" srcOrd="3" destOrd="0" presId="urn:microsoft.com/office/officeart/2016/7/layout/LinearArrowProcessNumbered"/>
    <dgm:cxn modelId="{1C9D0923-6676-4253-861A-2A537EFEEC06}" type="presParOf" srcId="{5C93A5ED-78BD-434F-8803-544536F48DC8}" destId="{77F536BC-98F5-4736-B2FE-5831DD718731}" srcOrd="4" destOrd="0" presId="urn:microsoft.com/office/officeart/2016/7/layout/LinearArrowProcessNumbered"/>
    <dgm:cxn modelId="{749574D1-285A-4DD3-9C1F-B721050981B8}" type="presParOf" srcId="{77F536BC-98F5-4736-B2FE-5831DD718731}" destId="{9DFB35F3-1D7D-41C1-8324-81A5B691D722}" srcOrd="0" destOrd="0" presId="urn:microsoft.com/office/officeart/2016/7/layout/LinearArrowProcessNumbered"/>
    <dgm:cxn modelId="{1EBB0641-3284-4C54-8BC7-238D47C59645}" type="presParOf" srcId="{77F536BC-98F5-4736-B2FE-5831DD718731}" destId="{6B11F00D-E0EB-4D8E-BA43-2785F39D1CBC}" srcOrd="1" destOrd="0" presId="urn:microsoft.com/office/officeart/2016/7/layout/LinearArrowProcessNumbered"/>
    <dgm:cxn modelId="{65F93298-86AA-4802-8159-C5DFD2511AD1}" type="presParOf" srcId="{6B11F00D-E0EB-4D8E-BA43-2785F39D1CBC}" destId="{FB972B2F-3A1B-4697-A5B9-C81FD1E46A31}" srcOrd="0" destOrd="0" presId="urn:microsoft.com/office/officeart/2016/7/layout/LinearArrowProcessNumbered"/>
    <dgm:cxn modelId="{7F276388-B9F3-4A8C-8157-04C9E3976D83}" type="presParOf" srcId="{6B11F00D-E0EB-4D8E-BA43-2785F39D1CBC}" destId="{D719D9A0-892E-45D2-8F91-F3747FD64ED8}" srcOrd="1" destOrd="0" presId="urn:microsoft.com/office/officeart/2016/7/layout/LinearArrowProcessNumbered"/>
    <dgm:cxn modelId="{7CB5AD22-31FB-4077-8A7B-1814AD2F4446}" type="presParOf" srcId="{6B11F00D-E0EB-4D8E-BA43-2785F39D1CBC}" destId="{01B9F411-031D-4621-9134-C0324368D6BD}" srcOrd="2" destOrd="0" presId="urn:microsoft.com/office/officeart/2016/7/layout/LinearArrowProcessNumbered"/>
    <dgm:cxn modelId="{9B22747D-71AA-469A-A993-08118109BE4D}" type="presParOf" srcId="{6B11F00D-E0EB-4D8E-BA43-2785F39D1CBC}" destId="{2032986E-B6F4-402E-8B76-AFF92648FC46}" srcOrd="3" destOrd="0" presId="urn:microsoft.com/office/officeart/2016/7/layout/LinearArrowProcessNumbered"/>
    <dgm:cxn modelId="{E8537648-4AC8-4003-B885-2447447D8EAC}" type="presParOf" srcId="{77F536BC-98F5-4736-B2FE-5831DD718731}" destId="{C20237E4-EF13-4CD9-B84E-B2E1DBB52DBE}" srcOrd="2" destOrd="0" presId="urn:microsoft.com/office/officeart/2016/7/layout/LinearArrowProcessNumbered"/>
    <dgm:cxn modelId="{CA659E31-B439-4352-803E-1FD9A55F692C}" type="presParOf" srcId="{5C93A5ED-78BD-434F-8803-544536F48DC8}" destId="{3FC4E698-D666-4A30-A9F4-706D52E6AF32}" srcOrd="5" destOrd="0" presId="urn:microsoft.com/office/officeart/2016/7/layout/LinearArrowProcessNumbered"/>
    <dgm:cxn modelId="{EABDA920-2D7D-4D6E-B229-155C524ECEAB}" type="presParOf" srcId="{5C93A5ED-78BD-434F-8803-544536F48DC8}" destId="{8C982DAE-77DC-42BE-9767-4BACAC64A205}" srcOrd="6" destOrd="0" presId="urn:microsoft.com/office/officeart/2016/7/layout/LinearArrowProcessNumbered"/>
    <dgm:cxn modelId="{42897E34-9AD3-497B-BFB7-4BD969B38619}" type="presParOf" srcId="{8C982DAE-77DC-42BE-9767-4BACAC64A205}" destId="{329D3167-E8DA-45D5-A763-9A1D8A66D46D}" srcOrd="0" destOrd="0" presId="urn:microsoft.com/office/officeart/2016/7/layout/LinearArrowProcessNumbered"/>
    <dgm:cxn modelId="{C0159D44-EFB9-4D1B-9730-99E11791CE8C}" type="presParOf" srcId="{8C982DAE-77DC-42BE-9767-4BACAC64A205}" destId="{4886C44E-BF54-41B0-86F2-A8AD22F0D3F6}" srcOrd="1" destOrd="0" presId="urn:microsoft.com/office/officeart/2016/7/layout/LinearArrowProcessNumbered"/>
    <dgm:cxn modelId="{C7D7BBB4-7728-46DB-B437-1FE821C6339D}" type="presParOf" srcId="{4886C44E-BF54-41B0-86F2-A8AD22F0D3F6}" destId="{14D254CF-1D99-461D-9596-C896ABEFCCBC}" srcOrd="0" destOrd="0" presId="urn:microsoft.com/office/officeart/2016/7/layout/LinearArrowProcessNumbered"/>
    <dgm:cxn modelId="{35DDF2D6-E86C-425D-993C-CE096F0F323C}" type="presParOf" srcId="{4886C44E-BF54-41B0-86F2-A8AD22F0D3F6}" destId="{87010F36-3559-4D30-948B-1B97707F9D73}" srcOrd="1" destOrd="0" presId="urn:microsoft.com/office/officeart/2016/7/layout/LinearArrowProcessNumbered"/>
    <dgm:cxn modelId="{06AA110A-BAD2-4311-BDF8-D48E87A91EE5}" type="presParOf" srcId="{4886C44E-BF54-41B0-86F2-A8AD22F0D3F6}" destId="{6B05615C-780F-4554-A43D-99D5C8347EE2}" srcOrd="2" destOrd="0" presId="urn:microsoft.com/office/officeart/2016/7/layout/LinearArrowProcessNumbered"/>
    <dgm:cxn modelId="{6C94467F-D50D-428D-87C4-4CDE1B994548}" type="presParOf" srcId="{4886C44E-BF54-41B0-86F2-A8AD22F0D3F6}" destId="{BE6A9BDB-382F-45B1-9E44-5F8EB5AA74E7}" srcOrd="3" destOrd="0" presId="urn:microsoft.com/office/officeart/2016/7/layout/LinearArrowProcessNumbered"/>
    <dgm:cxn modelId="{A17F8A72-003B-4C17-95EA-663A98FBF8BD}" type="presParOf" srcId="{8C982DAE-77DC-42BE-9767-4BACAC64A205}" destId="{F5DE412A-BE8E-469F-9326-1FACA2142F63}" srcOrd="2" destOrd="0" presId="urn:microsoft.com/office/officeart/2016/7/layout/LinearArrowProcessNumbered"/>
    <dgm:cxn modelId="{888A9139-DFE5-40DE-93E8-77B4A9D5C6AC}" type="presParOf" srcId="{5C93A5ED-78BD-434F-8803-544536F48DC8}" destId="{4FC9E5FF-9892-4435-88BE-E064FF10F716}" srcOrd="7" destOrd="0" presId="urn:microsoft.com/office/officeart/2016/7/layout/LinearArrowProcessNumbered"/>
    <dgm:cxn modelId="{3C9FF021-7306-43CE-BD50-43534DB5314B}" type="presParOf" srcId="{5C93A5ED-78BD-434F-8803-544536F48DC8}" destId="{20C0BEA9-E50E-4C2B-9AFC-CB9B36D7C8D4}" srcOrd="8" destOrd="0" presId="urn:microsoft.com/office/officeart/2016/7/layout/LinearArrowProcessNumbered"/>
    <dgm:cxn modelId="{3A9BC7CF-C0EF-4329-A073-58AA719CEFDF}" type="presParOf" srcId="{20C0BEA9-E50E-4C2B-9AFC-CB9B36D7C8D4}" destId="{B32D7ACB-4A38-4680-AD6E-7FB39724A9E9}" srcOrd="0" destOrd="0" presId="urn:microsoft.com/office/officeart/2016/7/layout/LinearArrowProcessNumbered"/>
    <dgm:cxn modelId="{0C1DFD24-0682-4E07-8234-B6401E6666DA}" type="presParOf" srcId="{20C0BEA9-E50E-4C2B-9AFC-CB9B36D7C8D4}" destId="{0874FFD2-F8E5-4D8D-8A41-1D2921F8AFF6}" srcOrd="1" destOrd="0" presId="urn:microsoft.com/office/officeart/2016/7/layout/LinearArrowProcessNumbered"/>
    <dgm:cxn modelId="{18F55E30-A53F-48D4-A19A-700F447D4608}" type="presParOf" srcId="{0874FFD2-F8E5-4D8D-8A41-1D2921F8AFF6}" destId="{F8F92AC8-231B-41CE-8782-EF3F717E867A}" srcOrd="0" destOrd="0" presId="urn:microsoft.com/office/officeart/2016/7/layout/LinearArrowProcessNumbered"/>
    <dgm:cxn modelId="{CAB0092B-AC27-4FB2-854F-4492E3F2FAFE}" type="presParOf" srcId="{0874FFD2-F8E5-4D8D-8A41-1D2921F8AFF6}" destId="{21BC5303-C29F-4567-8C8A-82B06B55A831}" srcOrd="1" destOrd="0" presId="urn:microsoft.com/office/officeart/2016/7/layout/LinearArrowProcessNumbered"/>
    <dgm:cxn modelId="{207B7151-DE02-4B4C-B862-F1A287CEDCB4}" type="presParOf" srcId="{0874FFD2-F8E5-4D8D-8A41-1D2921F8AFF6}" destId="{6BA2AC00-2EAE-4206-B886-D51F12472D1D}" srcOrd="2" destOrd="0" presId="urn:microsoft.com/office/officeart/2016/7/layout/LinearArrowProcessNumbered"/>
    <dgm:cxn modelId="{A1C5718D-7B5D-474C-84DC-B71C640BBFFF}" type="presParOf" srcId="{0874FFD2-F8E5-4D8D-8A41-1D2921F8AFF6}" destId="{19A2FFEE-1003-4905-89F3-6D6F3D6CD6D1}" srcOrd="3" destOrd="0" presId="urn:microsoft.com/office/officeart/2016/7/layout/LinearArrowProcessNumbered"/>
    <dgm:cxn modelId="{1C004B54-5022-4004-B3A6-34B37C45DD94}" type="presParOf" srcId="{20C0BEA9-E50E-4C2B-9AFC-CB9B36D7C8D4}" destId="{9F75E6B2-30F3-4340-940F-E4674DE6495F}" srcOrd="2" destOrd="0" presId="urn:microsoft.com/office/officeart/2016/7/layout/LinearArrowProcessNumbered"/>
    <dgm:cxn modelId="{4CA1B0C7-1BB1-49D0-A531-8DC3E51B6348}" type="presParOf" srcId="{5C93A5ED-78BD-434F-8803-544536F48DC8}" destId="{3DD87A71-233C-473A-B673-D4CD223DE0B7}" srcOrd="9" destOrd="0" presId="urn:microsoft.com/office/officeart/2016/7/layout/LinearArrowProcessNumbered"/>
    <dgm:cxn modelId="{3931A9F2-9089-47BD-8570-B84013B95E72}" type="presParOf" srcId="{5C93A5ED-78BD-434F-8803-544536F48DC8}" destId="{877A5514-8C57-4B3B-8FD9-8311BE080709}" srcOrd="10" destOrd="0" presId="urn:microsoft.com/office/officeart/2016/7/layout/LinearArrowProcessNumbered"/>
    <dgm:cxn modelId="{D4A18454-0165-4EBF-A925-EED870231C10}" type="presParOf" srcId="{877A5514-8C57-4B3B-8FD9-8311BE080709}" destId="{4515E593-3CBC-4BD6-8664-325322ACBA18}" srcOrd="0" destOrd="0" presId="urn:microsoft.com/office/officeart/2016/7/layout/LinearArrowProcessNumbered"/>
    <dgm:cxn modelId="{FB9EB87B-4D3D-4D83-8577-44E5E14992BF}" type="presParOf" srcId="{877A5514-8C57-4B3B-8FD9-8311BE080709}" destId="{9A691545-EA9D-43FE-824B-01036A6B5F76}" srcOrd="1" destOrd="0" presId="urn:microsoft.com/office/officeart/2016/7/layout/LinearArrowProcessNumbered"/>
    <dgm:cxn modelId="{22572245-A18D-4EB9-ADA5-E16BCD946C53}" type="presParOf" srcId="{9A691545-EA9D-43FE-824B-01036A6B5F76}" destId="{D3DA66CE-DC38-49BC-A82B-6C7D5E2D9282}" srcOrd="0" destOrd="0" presId="urn:microsoft.com/office/officeart/2016/7/layout/LinearArrowProcessNumbered"/>
    <dgm:cxn modelId="{792FC29A-4686-4809-9685-5EE7A835E485}" type="presParOf" srcId="{9A691545-EA9D-43FE-824B-01036A6B5F76}" destId="{3CE6E733-B5CB-42C8-BBF2-EBC54836BA2F}" srcOrd="1" destOrd="0" presId="urn:microsoft.com/office/officeart/2016/7/layout/LinearArrowProcessNumbered"/>
    <dgm:cxn modelId="{6DA2AD7D-093F-4C58-AD67-F87C1AA90F6B}" type="presParOf" srcId="{9A691545-EA9D-43FE-824B-01036A6B5F76}" destId="{2880C770-4B3F-4925-8CFB-B9E54DA7EECB}" srcOrd="2" destOrd="0" presId="urn:microsoft.com/office/officeart/2016/7/layout/LinearArrowProcessNumbered"/>
    <dgm:cxn modelId="{22EE54F5-D819-447F-A461-8ED6AB151A43}" type="presParOf" srcId="{9A691545-EA9D-43FE-824B-01036A6B5F76}" destId="{C07511D2-C866-442B-A9D6-84C88AF9603C}" srcOrd="3" destOrd="0" presId="urn:microsoft.com/office/officeart/2016/7/layout/LinearArrowProcessNumbered"/>
    <dgm:cxn modelId="{10849E3C-2E87-4A4F-85CD-486B2C198E25}" type="presParOf" srcId="{877A5514-8C57-4B3B-8FD9-8311BE080709}" destId="{67628AB2-B6C2-4439-A7B2-C954EF6FCE72}"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9E4499-644A-41AC-838B-249551DD6CB6}"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1DBDCB5B-7A83-49D4-BC7E-8BF40FC6BFBD}">
      <dgm:prSet/>
      <dgm:spPr/>
      <dgm:t>
        <a:bodyPr/>
        <a:lstStyle/>
        <a:p>
          <a:r>
            <a:rPr lang="en-US"/>
            <a:t>The economic environment affects managers’ ability to function effectively and influences their strategic choices.</a:t>
          </a:r>
        </a:p>
      </dgm:t>
    </dgm:pt>
    <dgm:pt modelId="{7F2617D8-5222-4DC0-8F63-C19F90A8F50C}" type="parTrans" cxnId="{E6EE54F1-9823-425A-8977-E4B4F08D4960}">
      <dgm:prSet/>
      <dgm:spPr/>
      <dgm:t>
        <a:bodyPr/>
        <a:lstStyle/>
        <a:p>
          <a:endParaRPr lang="en-US"/>
        </a:p>
      </dgm:t>
    </dgm:pt>
    <dgm:pt modelId="{BDCB5D30-050F-4E9A-AF3E-B9323C03C7E1}" type="sibTrans" cxnId="{E6EE54F1-9823-425A-8977-E4B4F08D4960}">
      <dgm:prSet/>
      <dgm:spPr/>
      <dgm:t>
        <a:bodyPr/>
        <a:lstStyle/>
        <a:p>
          <a:endParaRPr lang="en-US"/>
        </a:p>
      </dgm:t>
    </dgm:pt>
    <dgm:pt modelId="{1B581B92-03B2-45BE-A339-596320414465}">
      <dgm:prSet/>
      <dgm:spPr/>
      <dgm:t>
        <a:bodyPr/>
        <a:lstStyle/>
        <a:p>
          <a:r>
            <a:rPr lang="en-US"/>
            <a:t>Role of managers:</a:t>
          </a:r>
        </a:p>
      </dgm:t>
    </dgm:pt>
    <dgm:pt modelId="{B696FCA3-E3CE-40F7-9BB5-E1CA30819F49}" type="parTrans" cxnId="{501225A4-48AE-4B1D-A54C-42A7EBA03D86}">
      <dgm:prSet/>
      <dgm:spPr/>
      <dgm:t>
        <a:bodyPr/>
        <a:lstStyle/>
        <a:p>
          <a:endParaRPr lang="en-US"/>
        </a:p>
      </dgm:t>
    </dgm:pt>
    <dgm:pt modelId="{EAAFAD58-80AE-4176-B164-BA8D8EBD3CB0}" type="sibTrans" cxnId="{501225A4-48AE-4B1D-A54C-42A7EBA03D86}">
      <dgm:prSet/>
      <dgm:spPr/>
      <dgm:t>
        <a:bodyPr/>
        <a:lstStyle/>
        <a:p>
          <a:endParaRPr lang="en-US"/>
        </a:p>
      </dgm:t>
    </dgm:pt>
    <dgm:pt modelId="{F06CA0A0-8BE9-42B0-928C-2862EC792695}">
      <dgm:prSet/>
      <dgm:spPr/>
      <dgm:t>
        <a:bodyPr/>
        <a:lstStyle/>
        <a:p>
          <a:r>
            <a:rPr lang="en-US"/>
            <a:t>In publicly-held companies, managers may feel required to meet Wall Street’s earnings expectations.</a:t>
          </a:r>
        </a:p>
      </dgm:t>
    </dgm:pt>
    <dgm:pt modelId="{060C70BC-E683-43A9-94D4-6715715CE7D8}" type="parTrans" cxnId="{8532C171-F9F1-4396-88DF-11D72575B0AA}">
      <dgm:prSet/>
      <dgm:spPr/>
      <dgm:t>
        <a:bodyPr/>
        <a:lstStyle/>
        <a:p>
          <a:endParaRPr lang="en-US"/>
        </a:p>
      </dgm:t>
    </dgm:pt>
    <dgm:pt modelId="{742C4766-5239-4A1D-B93B-1F6182532BBD}" type="sibTrans" cxnId="{8532C171-F9F1-4396-88DF-11D72575B0AA}">
      <dgm:prSet/>
      <dgm:spPr/>
      <dgm:t>
        <a:bodyPr/>
        <a:lstStyle/>
        <a:p>
          <a:endParaRPr lang="en-US"/>
        </a:p>
      </dgm:t>
    </dgm:pt>
    <dgm:pt modelId="{2CED371F-52A7-47D2-A28F-565A4960314D}">
      <dgm:prSet/>
      <dgm:spPr/>
      <dgm:t>
        <a:bodyPr/>
        <a:lstStyle/>
        <a:p>
          <a:r>
            <a:rPr lang="en-US"/>
            <a:t>Managers may focus on short-term results at the expense of long-term success.</a:t>
          </a:r>
        </a:p>
      </dgm:t>
    </dgm:pt>
    <dgm:pt modelId="{7D32D030-27D7-4B61-A847-955A1E7C02AB}" type="parTrans" cxnId="{865CDFDD-FF70-4C29-B72A-43E2B8A401FF}">
      <dgm:prSet/>
      <dgm:spPr/>
      <dgm:t>
        <a:bodyPr/>
        <a:lstStyle/>
        <a:p>
          <a:endParaRPr lang="en-US"/>
        </a:p>
      </dgm:t>
    </dgm:pt>
    <dgm:pt modelId="{074E7166-6082-464C-A5E2-D0C8885D145B}" type="sibTrans" cxnId="{865CDFDD-FF70-4C29-B72A-43E2B8A401FF}">
      <dgm:prSet/>
      <dgm:spPr/>
      <dgm:t>
        <a:bodyPr/>
        <a:lstStyle/>
        <a:p>
          <a:endParaRPr lang="en-US"/>
        </a:p>
      </dgm:t>
    </dgm:pt>
    <dgm:pt modelId="{03D0EF54-8F52-4463-8CAA-285B5EB05A54}">
      <dgm:prSet/>
      <dgm:spPr/>
      <dgm:t>
        <a:bodyPr/>
        <a:lstStyle/>
        <a:p>
          <a:r>
            <a:rPr lang="en-US"/>
            <a:t>Some managers may be tempted to engage in unethical or unlawful behavior that misleads investors.</a:t>
          </a:r>
        </a:p>
      </dgm:t>
    </dgm:pt>
    <dgm:pt modelId="{F6EE9808-064E-41EB-98BA-BDC5DE58D7A4}" type="parTrans" cxnId="{4E8EF47C-B18E-49D6-8B81-0A5455E3A8C9}">
      <dgm:prSet/>
      <dgm:spPr/>
      <dgm:t>
        <a:bodyPr/>
        <a:lstStyle/>
        <a:p>
          <a:endParaRPr lang="en-US"/>
        </a:p>
      </dgm:t>
    </dgm:pt>
    <dgm:pt modelId="{7B51ADC0-435D-49D6-A3EF-13ED96A58FF8}" type="sibTrans" cxnId="{4E8EF47C-B18E-49D6-8B81-0A5455E3A8C9}">
      <dgm:prSet/>
      <dgm:spPr/>
      <dgm:t>
        <a:bodyPr/>
        <a:lstStyle/>
        <a:p>
          <a:endParaRPr lang="en-US"/>
        </a:p>
      </dgm:t>
    </dgm:pt>
    <dgm:pt modelId="{AD62D8ED-A539-4DA2-BBEE-21A2EFE729BF}">
      <dgm:prSet/>
      <dgm:spPr/>
      <dgm:t>
        <a:bodyPr/>
        <a:lstStyle/>
        <a:p>
          <a:r>
            <a:rPr lang="en-US"/>
            <a:t>Keep in mind that economic conditions change over time and are difficult to predict.</a:t>
          </a:r>
        </a:p>
      </dgm:t>
    </dgm:pt>
    <dgm:pt modelId="{7D2A3741-5FED-4541-BA59-65F469992176}" type="parTrans" cxnId="{25CC7E34-6269-46AC-B1E9-F3E9C6D9E486}">
      <dgm:prSet/>
      <dgm:spPr/>
      <dgm:t>
        <a:bodyPr/>
        <a:lstStyle/>
        <a:p>
          <a:endParaRPr lang="en-US"/>
        </a:p>
      </dgm:t>
    </dgm:pt>
    <dgm:pt modelId="{00B1C261-52AD-4CB9-AFC2-559B6289B8A1}" type="sibTrans" cxnId="{25CC7E34-6269-46AC-B1E9-F3E9C6D9E486}">
      <dgm:prSet/>
      <dgm:spPr/>
      <dgm:t>
        <a:bodyPr/>
        <a:lstStyle/>
        <a:p>
          <a:endParaRPr lang="en-US"/>
        </a:p>
      </dgm:t>
    </dgm:pt>
    <dgm:pt modelId="{A69351F6-E075-4CA3-96BC-6D00B3C469B9}" type="pres">
      <dgm:prSet presAssocID="{749E4499-644A-41AC-838B-249551DD6CB6}" presName="Name0" presStyleCnt="0">
        <dgm:presLayoutVars>
          <dgm:dir/>
          <dgm:animLvl val="lvl"/>
          <dgm:resizeHandles val="exact"/>
        </dgm:presLayoutVars>
      </dgm:prSet>
      <dgm:spPr/>
    </dgm:pt>
    <dgm:pt modelId="{3EE6D92C-409E-4787-BE61-758314001376}" type="pres">
      <dgm:prSet presAssocID="{1B581B92-03B2-45BE-A339-596320414465}" presName="boxAndChildren" presStyleCnt="0"/>
      <dgm:spPr/>
    </dgm:pt>
    <dgm:pt modelId="{4F94F45D-108F-49F4-AC5B-C9923F469A82}" type="pres">
      <dgm:prSet presAssocID="{1B581B92-03B2-45BE-A339-596320414465}" presName="parentTextBox" presStyleLbl="node1" presStyleIdx="0" presStyleCnt="2"/>
      <dgm:spPr/>
    </dgm:pt>
    <dgm:pt modelId="{E8D01CB5-7EB1-4A9E-860B-31D626970B89}" type="pres">
      <dgm:prSet presAssocID="{1B581B92-03B2-45BE-A339-596320414465}" presName="entireBox" presStyleLbl="node1" presStyleIdx="0" presStyleCnt="2"/>
      <dgm:spPr/>
    </dgm:pt>
    <dgm:pt modelId="{BA34AE4E-A71D-4772-BB1E-6607BE67BB30}" type="pres">
      <dgm:prSet presAssocID="{1B581B92-03B2-45BE-A339-596320414465}" presName="descendantBox" presStyleCnt="0"/>
      <dgm:spPr/>
    </dgm:pt>
    <dgm:pt modelId="{DA435392-0A33-4922-BEDD-3EE468E7F7D8}" type="pres">
      <dgm:prSet presAssocID="{F06CA0A0-8BE9-42B0-928C-2862EC792695}" presName="childTextBox" presStyleLbl="fgAccFollowNode1" presStyleIdx="0" presStyleCnt="4">
        <dgm:presLayoutVars>
          <dgm:bulletEnabled val="1"/>
        </dgm:presLayoutVars>
      </dgm:prSet>
      <dgm:spPr/>
    </dgm:pt>
    <dgm:pt modelId="{C21C889B-8179-4D0C-B911-5CF67DA2F9F2}" type="pres">
      <dgm:prSet presAssocID="{2CED371F-52A7-47D2-A28F-565A4960314D}" presName="childTextBox" presStyleLbl="fgAccFollowNode1" presStyleIdx="1" presStyleCnt="4">
        <dgm:presLayoutVars>
          <dgm:bulletEnabled val="1"/>
        </dgm:presLayoutVars>
      </dgm:prSet>
      <dgm:spPr/>
    </dgm:pt>
    <dgm:pt modelId="{1D45BE3F-4915-4FE1-BF6B-A7708CDF97EF}" type="pres">
      <dgm:prSet presAssocID="{03D0EF54-8F52-4463-8CAA-285B5EB05A54}" presName="childTextBox" presStyleLbl="fgAccFollowNode1" presStyleIdx="2" presStyleCnt="4">
        <dgm:presLayoutVars>
          <dgm:bulletEnabled val="1"/>
        </dgm:presLayoutVars>
      </dgm:prSet>
      <dgm:spPr/>
    </dgm:pt>
    <dgm:pt modelId="{1D76689F-2737-48D6-84AD-81D4A2845E86}" type="pres">
      <dgm:prSet presAssocID="{AD62D8ED-A539-4DA2-BBEE-21A2EFE729BF}" presName="childTextBox" presStyleLbl="fgAccFollowNode1" presStyleIdx="3" presStyleCnt="4">
        <dgm:presLayoutVars>
          <dgm:bulletEnabled val="1"/>
        </dgm:presLayoutVars>
      </dgm:prSet>
      <dgm:spPr/>
    </dgm:pt>
    <dgm:pt modelId="{B314C78B-F12D-4B62-8B2D-C37B247F616B}" type="pres">
      <dgm:prSet presAssocID="{BDCB5D30-050F-4E9A-AF3E-B9323C03C7E1}" presName="sp" presStyleCnt="0"/>
      <dgm:spPr/>
    </dgm:pt>
    <dgm:pt modelId="{048BCC4D-359E-49C3-9FF9-C9FE19ED7A3C}" type="pres">
      <dgm:prSet presAssocID="{1DBDCB5B-7A83-49D4-BC7E-8BF40FC6BFBD}" presName="arrowAndChildren" presStyleCnt="0"/>
      <dgm:spPr/>
    </dgm:pt>
    <dgm:pt modelId="{B1ACF7EB-30D5-4B06-BAF7-360D233056A7}" type="pres">
      <dgm:prSet presAssocID="{1DBDCB5B-7A83-49D4-BC7E-8BF40FC6BFBD}" presName="parentTextArrow" presStyleLbl="node1" presStyleIdx="1" presStyleCnt="2"/>
      <dgm:spPr/>
    </dgm:pt>
  </dgm:ptLst>
  <dgm:cxnLst>
    <dgm:cxn modelId="{266DD31E-1F48-4FCC-8F87-12C7104F2CA1}" type="presOf" srcId="{2CED371F-52A7-47D2-A28F-565A4960314D}" destId="{C21C889B-8179-4D0C-B911-5CF67DA2F9F2}" srcOrd="0" destOrd="0" presId="urn:microsoft.com/office/officeart/2005/8/layout/process4"/>
    <dgm:cxn modelId="{25CC7E34-6269-46AC-B1E9-F3E9C6D9E486}" srcId="{1B581B92-03B2-45BE-A339-596320414465}" destId="{AD62D8ED-A539-4DA2-BBEE-21A2EFE729BF}" srcOrd="3" destOrd="0" parTransId="{7D2A3741-5FED-4541-BA59-65F469992176}" sibTransId="{00B1C261-52AD-4CB9-AFC2-559B6289B8A1}"/>
    <dgm:cxn modelId="{FABED66C-F8E9-439A-A929-6D4CFE6129AB}" type="presOf" srcId="{1B581B92-03B2-45BE-A339-596320414465}" destId="{4F94F45D-108F-49F4-AC5B-C9923F469A82}" srcOrd="0" destOrd="0" presId="urn:microsoft.com/office/officeart/2005/8/layout/process4"/>
    <dgm:cxn modelId="{8532C171-F9F1-4396-88DF-11D72575B0AA}" srcId="{1B581B92-03B2-45BE-A339-596320414465}" destId="{F06CA0A0-8BE9-42B0-928C-2862EC792695}" srcOrd="0" destOrd="0" parTransId="{060C70BC-E683-43A9-94D4-6715715CE7D8}" sibTransId="{742C4766-5239-4A1D-B93B-1F6182532BBD}"/>
    <dgm:cxn modelId="{4E8EF47C-B18E-49D6-8B81-0A5455E3A8C9}" srcId="{1B581B92-03B2-45BE-A339-596320414465}" destId="{03D0EF54-8F52-4463-8CAA-285B5EB05A54}" srcOrd="2" destOrd="0" parTransId="{F6EE9808-064E-41EB-98BA-BDC5DE58D7A4}" sibTransId="{7B51ADC0-435D-49D6-A3EF-13ED96A58FF8}"/>
    <dgm:cxn modelId="{A886098D-0986-4B85-A34B-68367B8B04C3}" type="presOf" srcId="{03D0EF54-8F52-4463-8CAA-285B5EB05A54}" destId="{1D45BE3F-4915-4FE1-BF6B-A7708CDF97EF}" srcOrd="0" destOrd="0" presId="urn:microsoft.com/office/officeart/2005/8/layout/process4"/>
    <dgm:cxn modelId="{501225A4-48AE-4B1D-A54C-42A7EBA03D86}" srcId="{749E4499-644A-41AC-838B-249551DD6CB6}" destId="{1B581B92-03B2-45BE-A339-596320414465}" srcOrd="1" destOrd="0" parTransId="{B696FCA3-E3CE-40F7-9BB5-E1CA30819F49}" sibTransId="{EAAFAD58-80AE-4176-B164-BA8D8EBD3CB0}"/>
    <dgm:cxn modelId="{89C991AC-F20B-4D1C-ABC5-629AA4069E2E}" type="presOf" srcId="{749E4499-644A-41AC-838B-249551DD6CB6}" destId="{A69351F6-E075-4CA3-96BC-6D00B3C469B9}" srcOrd="0" destOrd="0" presId="urn:microsoft.com/office/officeart/2005/8/layout/process4"/>
    <dgm:cxn modelId="{C172F8BA-B6DC-4036-9D3E-772E54EDA2CC}" type="presOf" srcId="{F06CA0A0-8BE9-42B0-928C-2862EC792695}" destId="{DA435392-0A33-4922-BEDD-3EE468E7F7D8}" srcOrd="0" destOrd="0" presId="urn:microsoft.com/office/officeart/2005/8/layout/process4"/>
    <dgm:cxn modelId="{99C602CD-C885-4429-B88B-875B720E0854}" type="presOf" srcId="{1DBDCB5B-7A83-49D4-BC7E-8BF40FC6BFBD}" destId="{B1ACF7EB-30D5-4B06-BAF7-360D233056A7}" srcOrd="0" destOrd="0" presId="urn:microsoft.com/office/officeart/2005/8/layout/process4"/>
    <dgm:cxn modelId="{865CDFDD-FF70-4C29-B72A-43E2B8A401FF}" srcId="{1B581B92-03B2-45BE-A339-596320414465}" destId="{2CED371F-52A7-47D2-A28F-565A4960314D}" srcOrd="1" destOrd="0" parTransId="{7D32D030-27D7-4B61-A847-955A1E7C02AB}" sibTransId="{074E7166-6082-464C-A5E2-D0C8885D145B}"/>
    <dgm:cxn modelId="{E10F4FE7-C7FC-4726-AA53-1E0D863189F6}" type="presOf" srcId="{AD62D8ED-A539-4DA2-BBEE-21A2EFE729BF}" destId="{1D76689F-2737-48D6-84AD-81D4A2845E86}" srcOrd="0" destOrd="0" presId="urn:microsoft.com/office/officeart/2005/8/layout/process4"/>
    <dgm:cxn modelId="{1090E3EE-F58F-49BE-B890-554994EEE536}" type="presOf" srcId="{1B581B92-03B2-45BE-A339-596320414465}" destId="{E8D01CB5-7EB1-4A9E-860B-31D626970B89}" srcOrd="1" destOrd="0" presId="urn:microsoft.com/office/officeart/2005/8/layout/process4"/>
    <dgm:cxn modelId="{E6EE54F1-9823-425A-8977-E4B4F08D4960}" srcId="{749E4499-644A-41AC-838B-249551DD6CB6}" destId="{1DBDCB5B-7A83-49D4-BC7E-8BF40FC6BFBD}" srcOrd="0" destOrd="0" parTransId="{7F2617D8-5222-4DC0-8F63-C19F90A8F50C}" sibTransId="{BDCB5D30-050F-4E9A-AF3E-B9323C03C7E1}"/>
    <dgm:cxn modelId="{8A77A1D7-23E5-406A-8A2D-3E9B7CEA52DC}" type="presParOf" srcId="{A69351F6-E075-4CA3-96BC-6D00B3C469B9}" destId="{3EE6D92C-409E-4787-BE61-758314001376}" srcOrd="0" destOrd="0" presId="urn:microsoft.com/office/officeart/2005/8/layout/process4"/>
    <dgm:cxn modelId="{A3E5255E-381E-4B6F-BA96-CD0918F0AED7}" type="presParOf" srcId="{3EE6D92C-409E-4787-BE61-758314001376}" destId="{4F94F45D-108F-49F4-AC5B-C9923F469A82}" srcOrd="0" destOrd="0" presId="urn:microsoft.com/office/officeart/2005/8/layout/process4"/>
    <dgm:cxn modelId="{E171850A-8C8A-40D7-A8A2-6B43E2D144E4}" type="presParOf" srcId="{3EE6D92C-409E-4787-BE61-758314001376}" destId="{E8D01CB5-7EB1-4A9E-860B-31D626970B89}" srcOrd="1" destOrd="0" presId="urn:microsoft.com/office/officeart/2005/8/layout/process4"/>
    <dgm:cxn modelId="{8F469FE3-1C9C-4B23-8CE3-85C243AB1FCB}" type="presParOf" srcId="{3EE6D92C-409E-4787-BE61-758314001376}" destId="{BA34AE4E-A71D-4772-BB1E-6607BE67BB30}" srcOrd="2" destOrd="0" presId="urn:microsoft.com/office/officeart/2005/8/layout/process4"/>
    <dgm:cxn modelId="{D70BCF79-F363-4B3C-A661-BA653C7480E2}" type="presParOf" srcId="{BA34AE4E-A71D-4772-BB1E-6607BE67BB30}" destId="{DA435392-0A33-4922-BEDD-3EE468E7F7D8}" srcOrd="0" destOrd="0" presId="urn:microsoft.com/office/officeart/2005/8/layout/process4"/>
    <dgm:cxn modelId="{FE32AF47-628B-4D8C-8315-A993517F6494}" type="presParOf" srcId="{BA34AE4E-A71D-4772-BB1E-6607BE67BB30}" destId="{C21C889B-8179-4D0C-B911-5CF67DA2F9F2}" srcOrd="1" destOrd="0" presId="urn:microsoft.com/office/officeart/2005/8/layout/process4"/>
    <dgm:cxn modelId="{2AA4CAC1-D5EB-4CBE-8606-007A954BB4A9}" type="presParOf" srcId="{BA34AE4E-A71D-4772-BB1E-6607BE67BB30}" destId="{1D45BE3F-4915-4FE1-BF6B-A7708CDF97EF}" srcOrd="2" destOrd="0" presId="urn:microsoft.com/office/officeart/2005/8/layout/process4"/>
    <dgm:cxn modelId="{A15862A0-FDEA-4CDA-95C6-C8953805FCB0}" type="presParOf" srcId="{BA34AE4E-A71D-4772-BB1E-6607BE67BB30}" destId="{1D76689F-2737-48D6-84AD-81D4A2845E86}" srcOrd="3" destOrd="0" presId="urn:microsoft.com/office/officeart/2005/8/layout/process4"/>
    <dgm:cxn modelId="{88122ECF-012B-4596-8FEA-895A21DBA363}" type="presParOf" srcId="{A69351F6-E075-4CA3-96BC-6D00B3C469B9}" destId="{B314C78B-F12D-4B62-8B2D-C37B247F616B}" srcOrd="1" destOrd="0" presId="urn:microsoft.com/office/officeart/2005/8/layout/process4"/>
    <dgm:cxn modelId="{FDEC9969-7577-4E26-AEE7-B7D680023CFD}" type="presParOf" srcId="{A69351F6-E075-4CA3-96BC-6D00B3C469B9}" destId="{048BCC4D-359E-49C3-9FF9-C9FE19ED7A3C}" srcOrd="2" destOrd="0" presId="urn:microsoft.com/office/officeart/2005/8/layout/process4"/>
    <dgm:cxn modelId="{CE34389B-567D-4BF5-B582-3CFC9C7A9F03}" type="presParOf" srcId="{048BCC4D-359E-49C3-9FF9-C9FE19ED7A3C}" destId="{B1ACF7EB-30D5-4B06-BAF7-360D233056A7}"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C33EBA-AEAD-43D2-9330-034BA8B9036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79B699B-4D4F-4641-903E-ADB9D3308EF2}">
      <dgm:prSet/>
      <dgm:spPr/>
      <dgm:t>
        <a:bodyPr/>
        <a:lstStyle/>
        <a:p>
          <a:r>
            <a:rPr lang="en-US"/>
            <a:t>Measures of various characteristics of the people who make up groups or other social units.</a:t>
          </a:r>
        </a:p>
      </dgm:t>
    </dgm:pt>
    <dgm:pt modelId="{127E0F46-485D-4BA1-831C-99F40140B145}" type="parTrans" cxnId="{A49CFBBE-DD04-4ECD-9DAF-CAB459C3633B}">
      <dgm:prSet/>
      <dgm:spPr/>
      <dgm:t>
        <a:bodyPr/>
        <a:lstStyle/>
        <a:p>
          <a:endParaRPr lang="en-US"/>
        </a:p>
      </dgm:t>
    </dgm:pt>
    <dgm:pt modelId="{16FDE3CD-5D58-413E-9770-C5580ABBB533}" type="sibTrans" cxnId="{A49CFBBE-DD04-4ECD-9DAF-CAB459C3633B}">
      <dgm:prSet/>
      <dgm:spPr/>
      <dgm:t>
        <a:bodyPr/>
        <a:lstStyle/>
        <a:p>
          <a:endParaRPr lang="en-US"/>
        </a:p>
      </dgm:t>
    </dgm:pt>
    <dgm:pt modelId="{2AF07F61-9D7E-4C4F-9F95-F535327622AF}">
      <dgm:prSet/>
      <dgm:spPr/>
      <dgm:t>
        <a:bodyPr/>
        <a:lstStyle/>
        <a:p>
          <a:r>
            <a:rPr lang="en-US"/>
            <a:t>Demographic trends:</a:t>
          </a:r>
        </a:p>
      </dgm:t>
    </dgm:pt>
    <dgm:pt modelId="{B91F728D-07E6-4A2D-9EA6-DEBCB63CF81E}" type="parTrans" cxnId="{E0AB805E-73D9-477D-8ECB-BEB8DC29DC5F}">
      <dgm:prSet/>
      <dgm:spPr/>
      <dgm:t>
        <a:bodyPr/>
        <a:lstStyle/>
        <a:p>
          <a:endParaRPr lang="en-US"/>
        </a:p>
      </dgm:t>
    </dgm:pt>
    <dgm:pt modelId="{C9BCCE1A-228F-4C66-AD96-57A9ED5206C2}" type="sibTrans" cxnId="{E0AB805E-73D9-477D-8ECB-BEB8DC29DC5F}">
      <dgm:prSet/>
      <dgm:spPr/>
      <dgm:t>
        <a:bodyPr/>
        <a:lstStyle/>
        <a:p>
          <a:endParaRPr lang="en-US"/>
        </a:p>
      </dgm:t>
    </dgm:pt>
    <dgm:pt modelId="{C227D33B-F2D3-40E2-93E6-97F93C95F7E2}">
      <dgm:prSet/>
      <dgm:spPr/>
      <dgm:t>
        <a:bodyPr/>
        <a:lstStyle/>
        <a:p>
          <a:r>
            <a:rPr lang="en-US"/>
            <a:t>Aging of the workforce.</a:t>
          </a:r>
        </a:p>
      </dgm:t>
    </dgm:pt>
    <dgm:pt modelId="{ED616799-73E2-43BE-A9BC-D8F0CA384695}" type="parTrans" cxnId="{EB063795-C9FB-4466-B286-7D8ABF81AC6C}">
      <dgm:prSet/>
      <dgm:spPr/>
      <dgm:t>
        <a:bodyPr/>
        <a:lstStyle/>
        <a:p>
          <a:endParaRPr lang="en-US"/>
        </a:p>
      </dgm:t>
    </dgm:pt>
    <dgm:pt modelId="{C5C5DE7B-C24A-4448-B404-3F35C2405F85}" type="sibTrans" cxnId="{EB063795-C9FB-4466-B286-7D8ABF81AC6C}">
      <dgm:prSet/>
      <dgm:spPr/>
      <dgm:t>
        <a:bodyPr/>
        <a:lstStyle/>
        <a:p>
          <a:endParaRPr lang="en-US"/>
        </a:p>
      </dgm:t>
    </dgm:pt>
    <dgm:pt modelId="{FCEDBDAA-5F60-4284-9D29-7BF31327BC51}">
      <dgm:prSet/>
      <dgm:spPr/>
      <dgm:t>
        <a:bodyPr/>
        <a:lstStyle/>
        <a:p>
          <a:r>
            <a:rPr lang="en-US"/>
            <a:t>Increasing education and skill levels.</a:t>
          </a:r>
        </a:p>
      </dgm:t>
    </dgm:pt>
    <dgm:pt modelId="{3222CB94-5D24-42B3-B24B-63F544BF6470}" type="parTrans" cxnId="{425F29E4-67CB-42BC-B335-18480D6DCB89}">
      <dgm:prSet/>
      <dgm:spPr/>
      <dgm:t>
        <a:bodyPr/>
        <a:lstStyle/>
        <a:p>
          <a:endParaRPr lang="en-US"/>
        </a:p>
      </dgm:t>
    </dgm:pt>
    <dgm:pt modelId="{26D4709D-0DCE-41A0-9DCA-2FEA434D0080}" type="sibTrans" cxnId="{425F29E4-67CB-42BC-B335-18480D6DCB89}">
      <dgm:prSet/>
      <dgm:spPr/>
      <dgm:t>
        <a:bodyPr/>
        <a:lstStyle/>
        <a:p>
          <a:endParaRPr lang="en-US"/>
        </a:p>
      </dgm:t>
    </dgm:pt>
    <dgm:pt modelId="{D9F9B8F2-2E6E-46B1-B543-17464B4228D8}">
      <dgm:prSet/>
      <dgm:spPr/>
      <dgm:t>
        <a:bodyPr/>
        <a:lstStyle/>
        <a:p>
          <a:r>
            <a:rPr lang="en-US"/>
            <a:t>Immigration factors.</a:t>
          </a:r>
        </a:p>
      </dgm:t>
    </dgm:pt>
    <dgm:pt modelId="{137D85A1-EC61-46D8-8E7A-295C6C675DA1}" type="parTrans" cxnId="{DA1B51FF-5EF9-4125-80A3-0ABDA6BC5C59}">
      <dgm:prSet/>
      <dgm:spPr/>
      <dgm:t>
        <a:bodyPr/>
        <a:lstStyle/>
        <a:p>
          <a:endParaRPr lang="en-US"/>
        </a:p>
      </dgm:t>
    </dgm:pt>
    <dgm:pt modelId="{3969BEA7-37B6-4B06-8BC5-12780E54A1D7}" type="sibTrans" cxnId="{DA1B51FF-5EF9-4125-80A3-0ABDA6BC5C59}">
      <dgm:prSet/>
      <dgm:spPr/>
      <dgm:t>
        <a:bodyPr/>
        <a:lstStyle/>
        <a:p>
          <a:endParaRPr lang="en-US"/>
        </a:p>
      </dgm:t>
    </dgm:pt>
    <dgm:pt modelId="{96E72846-F001-4EC8-B62B-3D64534D0767}">
      <dgm:prSet/>
      <dgm:spPr/>
      <dgm:t>
        <a:bodyPr/>
        <a:lstStyle/>
        <a:p>
          <a:r>
            <a:rPr lang="en-US"/>
            <a:t>Increasingly diverse workforce.</a:t>
          </a:r>
        </a:p>
      </dgm:t>
    </dgm:pt>
    <dgm:pt modelId="{18F9EC3B-3BCF-479B-AD84-D2BD0B4E7FA5}" type="parTrans" cxnId="{612CEF7D-8AA9-4545-AFBE-654BC1A87DC8}">
      <dgm:prSet/>
      <dgm:spPr/>
      <dgm:t>
        <a:bodyPr/>
        <a:lstStyle/>
        <a:p>
          <a:endParaRPr lang="en-US"/>
        </a:p>
      </dgm:t>
    </dgm:pt>
    <dgm:pt modelId="{69586545-B7A8-4A99-95A4-BD43D7FE5906}" type="sibTrans" cxnId="{612CEF7D-8AA9-4545-AFBE-654BC1A87DC8}">
      <dgm:prSet/>
      <dgm:spPr/>
      <dgm:t>
        <a:bodyPr/>
        <a:lstStyle/>
        <a:p>
          <a:endParaRPr lang="en-US"/>
        </a:p>
      </dgm:t>
    </dgm:pt>
    <dgm:pt modelId="{637FF0C1-E5F0-47D2-AD07-B0D6FD14BBF5}" type="pres">
      <dgm:prSet presAssocID="{A0C33EBA-AEAD-43D2-9330-034BA8B90361}" presName="root" presStyleCnt="0">
        <dgm:presLayoutVars>
          <dgm:dir/>
          <dgm:resizeHandles val="exact"/>
        </dgm:presLayoutVars>
      </dgm:prSet>
      <dgm:spPr/>
    </dgm:pt>
    <dgm:pt modelId="{E301A188-6000-4BB7-B832-2D5D0E726EA8}" type="pres">
      <dgm:prSet presAssocID="{979B699B-4D4F-4641-903E-ADB9D3308EF2}" presName="compNode" presStyleCnt="0"/>
      <dgm:spPr/>
    </dgm:pt>
    <dgm:pt modelId="{8141840F-74AA-4743-B545-5172B9F2F7FF}" type="pres">
      <dgm:prSet presAssocID="{979B699B-4D4F-4641-903E-ADB9D3308EF2}" presName="bgRect" presStyleLbl="bgShp" presStyleIdx="0" presStyleCnt="2"/>
      <dgm:spPr/>
    </dgm:pt>
    <dgm:pt modelId="{E3BBEA41-CB41-4B65-B24F-1F2EF30FF514}" type="pres">
      <dgm:prSet presAssocID="{979B699B-4D4F-4641-903E-ADB9D3308EF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88CD39CC-6CD6-4659-AEE9-F8C4585F5E11}" type="pres">
      <dgm:prSet presAssocID="{979B699B-4D4F-4641-903E-ADB9D3308EF2}" presName="spaceRect" presStyleCnt="0"/>
      <dgm:spPr/>
    </dgm:pt>
    <dgm:pt modelId="{C55DF73D-35BB-4AA8-AA10-D63E10C67C3A}" type="pres">
      <dgm:prSet presAssocID="{979B699B-4D4F-4641-903E-ADB9D3308EF2}" presName="parTx" presStyleLbl="revTx" presStyleIdx="0" presStyleCnt="3">
        <dgm:presLayoutVars>
          <dgm:chMax val="0"/>
          <dgm:chPref val="0"/>
        </dgm:presLayoutVars>
      </dgm:prSet>
      <dgm:spPr/>
    </dgm:pt>
    <dgm:pt modelId="{B6621ABE-E512-4449-85B6-80BA9D548B4E}" type="pres">
      <dgm:prSet presAssocID="{16FDE3CD-5D58-413E-9770-C5580ABBB533}" presName="sibTrans" presStyleCnt="0"/>
      <dgm:spPr/>
    </dgm:pt>
    <dgm:pt modelId="{A3F2E520-7A3B-43D5-AE89-10517BFF45FE}" type="pres">
      <dgm:prSet presAssocID="{2AF07F61-9D7E-4C4F-9F95-F535327622AF}" presName="compNode" presStyleCnt="0"/>
      <dgm:spPr/>
    </dgm:pt>
    <dgm:pt modelId="{EAB87321-2C18-4970-B87E-65B4E47409C0}" type="pres">
      <dgm:prSet presAssocID="{2AF07F61-9D7E-4C4F-9F95-F535327622AF}" presName="bgRect" presStyleLbl="bgShp" presStyleIdx="1" presStyleCnt="2"/>
      <dgm:spPr/>
    </dgm:pt>
    <dgm:pt modelId="{3FBF279C-C781-4CFC-A259-C61945BD61BE}" type="pres">
      <dgm:prSet presAssocID="{2AF07F61-9D7E-4C4F-9F95-F535327622A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ploma Roll"/>
        </a:ext>
      </dgm:extLst>
    </dgm:pt>
    <dgm:pt modelId="{8BC03FE6-96AE-4512-94FB-F995F11287FA}" type="pres">
      <dgm:prSet presAssocID="{2AF07F61-9D7E-4C4F-9F95-F535327622AF}" presName="spaceRect" presStyleCnt="0"/>
      <dgm:spPr/>
    </dgm:pt>
    <dgm:pt modelId="{F54E22F9-E479-4670-B73F-E38D832691F6}" type="pres">
      <dgm:prSet presAssocID="{2AF07F61-9D7E-4C4F-9F95-F535327622AF}" presName="parTx" presStyleLbl="revTx" presStyleIdx="1" presStyleCnt="3">
        <dgm:presLayoutVars>
          <dgm:chMax val="0"/>
          <dgm:chPref val="0"/>
        </dgm:presLayoutVars>
      </dgm:prSet>
      <dgm:spPr/>
    </dgm:pt>
    <dgm:pt modelId="{5CF59CE5-9DB8-4545-BAB0-BACD5CB047B4}" type="pres">
      <dgm:prSet presAssocID="{2AF07F61-9D7E-4C4F-9F95-F535327622AF}" presName="desTx" presStyleLbl="revTx" presStyleIdx="2" presStyleCnt="3">
        <dgm:presLayoutVars/>
      </dgm:prSet>
      <dgm:spPr/>
    </dgm:pt>
  </dgm:ptLst>
  <dgm:cxnLst>
    <dgm:cxn modelId="{85C90729-97A2-4430-8CD8-51F47C7E12A4}" type="presOf" srcId="{FCEDBDAA-5F60-4284-9D29-7BF31327BC51}" destId="{5CF59CE5-9DB8-4545-BAB0-BACD5CB047B4}" srcOrd="0" destOrd="1" presId="urn:microsoft.com/office/officeart/2018/2/layout/IconVerticalSolidList"/>
    <dgm:cxn modelId="{E0AB805E-73D9-477D-8ECB-BEB8DC29DC5F}" srcId="{A0C33EBA-AEAD-43D2-9330-034BA8B90361}" destId="{2AF07F61-9D7E-4C4F-9F95-F535327622AF}" srcOrd="1" destOrd="0" parTransId="{B91F728D-07E6-4A2D-9EA6-DEBCB63CF81E}" sibTransId="{C9BCCE1A-228F-4C66-AD96-57A9ED5206C2}"/>
    <dgm:cxn modelId="{04CFB16A-1502-4237-97D0-E3670FA1A3AC}" type="presOf" srcId="{979B699B-4D4F-4641-903E-ADB9D3308EF2}" destId="{C55DF73D-35BB-4AA8-AA10-D63E10C67C3A}" srcOrd="0" destOrd="0" presId="urn:microsoft.com/office/officeart/2018/2/layout/IconVerticalSolidList"/>
    <dgm:cxn modelId="{3EAE1B72-F0DC-4A45-829A-878146A94D13}" type="presOf" srcId="{96E72846-F001-4EC8-B62B-3D64534D0767}" destId="{5CF59CE5-9DB8-4545-BAB0-BACD5CB047B4}" srcOrd="0" destOrd="3" presId="urn:microsoft.com/office/officeart/2018/2/layout/IconVerticalSolidList"/>
    <dgm:cxn modelId="{612CEF7D-8AA9-4545-AFBE-654BC1A87DC8}" srcId="{2AF07F61-9D7E-4C4F-9F95-F535327622AF}" destId="{96E72846-F001-4EC8-B62B-3D64534D0767}" srcOrd="3" destOrd="0" parTransId="{18F9EC3B-3BCF-479B-AD84-D2BD0B4E7FA5}" sibTransId="{69586545-B7A8-4A99-95A4-BD43D7FE5906}"/>
    <dgm:cxn modelId="{586BE383-5519-4DF6-B064-9A391B21788F}" type="presOf" srcId="{2AF07F61-9D7E-4C4F-9F95-F535327622AF}" destId="{F54E22F9-E479-4670-B73F-E38D832691F6}" srcOrd="0" destOrd="0" presId="urn:microsoft.com/office/officeart/2018/2/layout/IconVerticalSolidList"/>
    <dgm:cxn modelId="{B03DC889-4444-4021-83CD-6361340E5A8B}" type="presOf" srcId="{A0C33EBA-AEAD-43D2-9330-034BA8B90361}" destId="{637FF0C1-E5F0-47D2-AD07-B0D6FD14BBF5}" srcOrd="0" destOrd="0" presId="urn:microsoft.com/office/officeart/2018/2/layout/IconVerticalSolidList"/>
    <dgm:cxn modelId="{EB063795-C9FB-4466-B286-7D8ABF81AC6C}" srcId="{2AF07F61-9D7E-4C4F-9F95-F535327622AF}" destId="{C227D33B-F2D3-40E2-93E6-97F93C95F7E2}" srcOrd="0" destOrd="0" parTransId="{ED616799-73E2-43BE-A9BC-D8F0CA384695}" sibTransId="{C5C5DE7B-C24A-4448-B404-3F35C2405F85}"/>
    <dgm:cxn modelId="{A49CFBBE-DD04-4ECD-9DAF-CAB459C3633B}" srcId="{A0C33EBA-AEAD-43D2-9330-034BA8B90361}" destId="{979B699B-4D4F-4641-903E-ADB9D3308EF2}" srcOrd="0" destOrd="0" parTransId="{127E0F46-485D-4BA1-831C-99F40140B145}" sibTransId="{16FDE3CD-5D58-413E-9770-C5580ABBB533}"/>
    <dgm:cxn modelId="{F7E185BF-E898-4906-A8F1-CC0402871EBD}" type="presOf" srcId="{D9F9B8F2-2E6E-46B1-B543-17464B4228D8}" destId="{5CF59CE5-9DB8-4545-BAB0-BACD5CB047B4}" srcOrd="0" destOrd="2" presId="urn:microsoft.com/office/officeart/2018/2/layout/IconVerticalSolidList"/>
    <dgm:cxn modelId="{006EF9DF-7C96-4CB3-BE89-035FA81384BA}" type="presOf" srcId="{C227D33B-F2D3-40E2-93E6-97F93C95F7E2}" destId="{5CF59CE5-9DB8-4545-BAB0-BACD5CB047B4}" srcOrd="0" destOrd="0" presId="urn:microsoft.com/office/officeart/2018/2/layout/IconVerticalSolidList"/>
    <dgm:cxn modelId="{425F29E4-67CB-42BC-B335-18480D6DCB89}" srcId="{2AF07F61-9D7E-4C4F-9F95-F535327622AF}" destId="{FCEDBDAA-5F60-4284-9D29-7BF31327BC51}" srcOrd="1" destOrd="0" parTransId="{3222CB94-5D24-42B3-B24B-63F544BF6470}" sibTransId="{26D4709D-0DCE-41A0-9DCA-2FEA434D0080}"/>
    <dgm:cxn modelId="{DA1B51FF-5EF9-4125-80A3-0ABDA6BC5C59}" srcId="{2AF07F61-9D7E-4C4F-9F95-F535327622AF}" destId="{D9F9B8F2-2E6E-46B1-B543-17464B4228D8}" srcOrd="2" destOrd="0" parTransId="{137D85A1-EC61-46D8-8E7A-295C6C675DA1}" sibTransId="{3969BEA7-37B6-4B06-8BC5-12780E54A1D7}"/>
    <dgm:cxn modelId="{C0172075-3281-40B7-BD7C-0DA56F8BBF2F}" type="presParOf" srcId="{637FF0C1-E5F0-47D2-AD07-B0D6FD14BBF5}" destId="{E301A188-6000-4BB7-B832-2D5D0E726EA8}" srcOrd="0" destOrd="0" presId="urn:microsoft.com/office/officeart/2018/2/layout/IconVerticalSolidList"/>
    <dgm:cxn modelId="{43E4CB88-949C-40F3-9C0A-3DF55C94980D}" type="presParOf" srcId="{E301A188-6000-4BB7-B832-2D5D0E726EA8}" destId="{8141840F-74AA-4743-B545-5172B9F2F7FF}" srcOrd="0" destOrd="0" presId="urn:microsoft.com/office/officeart/2018/2/layout/IconVerticalSolidList"/>
    <dgm:cxn modelId="{4AB6F93A-0A82-4B4E-BC9A-C87A0BABD4FF}" type="presParOf" srcId="{E301A188-6000-4BB7-B832-2D5D0E726EA8}" destId="{E3BBEA41-CB41-4B65-B24F-1F2EF30FF514}" srcOrd="1" destOrd="0" presId="urn:microsoft.com/office/officeart/2018/2/layout/IconVerticalSolidList"/>
    <dgm:cxn modelId="{78648213-D4A1-47A6-BFFF-34E082DE54E4}" type="presParOf" srcId="{E301A188-6000-4BB7-B832-2D5D0E726EA8}" destId="{88CD39CC-6CD6-4659-AEE9-F8C4585F5E11}" srcOrd="2" destOrd="0" presId="urn:microsoft.com/office/officeart/2018/2/layout/IconVerticalSolidList"/>
    <dgm:cxn modelId="{5E6E1F1F-6D11-4D6A-955B-B479D770D0FF}" type="presParOf" srcId="{E301A188-6000-4BB7-B832-2D5D0E726EA8}" destId="{C55DF73D-35BB-4AA8-AA10-D63E10C67C3A}" srcOrd="3" destOrd="0" presId="urn:microsoft.com/office/officeart/2018/2/layout/IconVerticalSolidList"/>
    <dgm:cxn modelId="{3521C5DD-2B90-4753-A6B3-8099635C579B}" type="presParOf" srcId="{637FF0C1-E5F0-47D2-AD07-B0D6FD14BBF5}" destId="{B6621ABE-E512-4449-85B6-80BA9D548B4E}" srcOrd="1" destOrd="0" presId="urn:microsoft.com/office/officeart/2018/2/layout/IconVerticalSolidList"/>
    <dgm:cxn modelId="{A7D80D46-F37D-4C03-851E-83E2A75F5BE4}" type="presParOf" srcId="{637FF0C1-E5F0-47D2-AD07-B0D6FD14BBF5}" destId="{A3F2E520-7A3B-43D5-AE89-10517BFF45FE}" srcOrd="2" destOrd="0" presId="urn:microsoft.com/office/officeart/2018/2/layout/IconVerticalSolidList"/>
    <dgm:cxn modelId="{710834DF-AAFC-475C-9948-5B9DFF36B847}" type="presParOf" srcId="{A3F2E520-7A3B-43D5-AE89-10517BFF45FE}" destId="{EAB87321-2C18-4970-B87E-65B4E47409C0}" srcOrd="0" destOrd="0" presId="urn:microsoft.com/office/officeart/2018/2/layout/IconVerticalSolidList"/>
    <dgm:cxn modelId="{9EE8AFBB-0F5A-40EE-B90E-1E61D89AAFDD}" type="presParOf" srcId="{A3F2E520-7A3B-43D5-AE89-10517BFF45FE}" destId="{3FBF279C-C781-4CFC-A259-C61945BD61BE}" srcOrd="1" destOrd="0" presId="urn:microsoft.com/office/officeart/2018/2/layout/IconVerticalSolidList"/>
    <dgm:cxn modelId="{52CDA488-5CAD-46A5-92B0-BFDC2EFD7088}" type="presParOf" srcId="{A3F2E520-7A3B-43D5-AE89-10517BFF45FE}" destId="{8BC03FE6-96AE-4512-94FB-F995F11287FA}" srcOrd="2" destOrd="0" presId="urn:microsoft.com/office/officeart/2018/2/layout/IconVerticalSolidList"/>
    <dgm:cxn modelId="{1C137D11-993C-48EA-BBD2-4E2D09ACF844}" type="presParOf" srcId="{A3F2E520-7A3B-43D5-AE89-10517BFF45FE}" destId="{F54E22F9-E479-4670-B73F-E38D832691F6}" srcOrd="3" destOrd="0" presId="urn:microsoft.com/office/officeart/2018/2/layout/IconVerticalSolidList"/>
    <dgm:cxn modelId="{8CF56DF8-6D26-41EE-AC14-2E16BD7525D4}" type="presParOf" srcId="{A3F2E520-7A3B-43D5-AE89-10517BFF45FE}" destId="{5CF59CE5-9DB8-4545-BAB0-BACD5CB047B4}"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F968E1-F9AA-4C67-8296-8D1A3507347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BF986CB-6FF5-4729-87BD-833CEFB1D13B}">
      <dgm:prSet/>
      <dgm:spPr/>
      <dgm:t>
        <a:bodyPr/>
        <a:lstStyle/>
        <a:p>
          <a:r>
            <a:rPr lang="en-US" dirty="0"/>
            <a:t>Organizations depend on the natural environment to provide them with resources.</a:t>
          </a:r>
        </a:p>
      </dgm:t>
    </dgm:pt>
    <dgm:pt modelId="{3180CDAD-B13B-4338-A2E1-99F09D97E83C}" type="parTrans" cxnId="{384F11CF-D655-4C12-85B5-F6CD19532921}">
      <dgm:prSet/>
      <dgm:spPr/>
      <dgm:t>
        <a:bodyPr/>
        <a:lstStyle/>
        <a:p>
          <a:endParaRPr lang="en-US"/>
        </a:p>
      </dgm:t>
    </dgm:pt>
    <dgm:pt modelId="{E0A34718-0465-4B11-B00A-D7CF12EFD8F5}" type="sibTrans" cxnId="{384F11CF-D655-4C12-85B5-F6CD19532921}">
      <dgm:prSet/>
      <dgm:spPr/>
      <dgm:t>
        <a:bodyPr/>
        <a:lstStyle/>
        <a:p>
          <a:endParaRPr lang="en-US"/>
        </a:p>
      </dgm:t>
    </dgm:pt>
    <dgm:pt modelId="{9C5562C8-0CC3-4BB4-8D9F-1C83691EEDC5}">
      <dgm:prSet/>
      <dgm:spPr/>
      <dgm:t>
        <a:bodyPr/>
        <a:lstStyle/>
        <a:p>
          <a:r>
            <a:rPr lang="en-US" dirty="0"/>
            <a:t>Operations impact quality and quantity of resources.</a:t>
          </a:r>
        </a:p>
      </dgm:t>
    </dgm:pt>
    <dgm:pt modelId="{A8B15B06-940D-430C-ACB7-7E14A7712FE4}" type="parTrans" cxnId="{95061378-0040-46D4-A6D0-915A7213FBE7}">
      <dgm:prSet/>
      <dgm:spPr/>
      <dgm:t>
        <a:bodyPr/>
        <a:lstStyle/>
        <a:p>
          <a:endParaRPr lang="en-US"/>
        </a:p>
      </dgm:t>
    </dgm:pt>
    <dgm:pt modelId="{DDCB3F21-E558-4FBD-A312-AA12D21F9D8C}" type="sibTrans" cxnId="{95061378-0040-46D4-A6D0-915A7213FBE7}">
      <dgm:prSet/>
      <dgm:spPr/>
      <dgm:t>
        <a:bodyPr/>
        <a:lstStyle/>
        <a:p>
          <a:endParaRPr lang="en-US"/>
        </a:p>
      </dgm:t>
    </dgm:pt>
    <dgm:pt modelId="{0C08089C-5C08-4678-ABDF-717411E46B94}">
      <dgm:prSet/>
      <dgm:spPr/>
      <dgm:t>
        <a:bodyPr/>
        <a:lstStyle/>
        <a:p>
          <a:r>
            <a:rPr lang="en-US" dirty="0"/>
            <a:t>Impacts on local citizens.</a:t>
          </a:r>
        </a:p>
      </dgm:t>
    </dgm:pt>
    <dgm:pt modelId="{86C29D37-8292-40A6-8FE8-2A37A66DC463}" type="parTrans" cxnId="{5536FF3F-5D75-4264-8529-CBA98C201A70}">
      <dgm:prSet/>
      <dgm:spPr/>
      <dgm:t>
        <a:bodyPr/>
        <a:lstStyle/>
        <a:p>
          <a:endParaRPr lang="en-US"/>
        </a:p>
      </dgm:t>
    </dgm:pt>
    <dgm:pt modelId="{D9019023-9C0D-4D12-BA77-4036CA86028B}" type="sibTrans" cxnId="{5536FF3F-5D75-4264-8529-CBA98C201A70}">
      <dgm:prSet/>
      <dgm:spPr/>
      <dgm:t>
        <a:bodyPr/>
        <a:lstStyle/>
        <a:p>
          <a:endParaRPr lang="en-US"/>
        </a:p>
      </dgm:t>
    </dgm:pt>
    <dgm:pt modelId="{BE04A34F-1DB3-4010-AC0B-3A71033E62DE}" type="pres">
      <dgm:prSet presAssocID="{AFF968E1-F9AA-4C67-8296-8D1A35073473}" presName="linear" presStyleCnt="0">
        <dgm:presLayoutVars>
          <dgm:animLvl val="lvl"/>
          <dgm:resizeHandles val="exact"/>
        </dgm:presLayoutVars>
      </dgm:prSet>
      <dgm:spPr/>
    </dgm:pt>
    <dgm:pt modelId="{FC4D6BB9-A7C8-484D-8927-81FCCC84C293}" type="pres">
      <dgm:prSet presAssocID="{FBF986CB-6FF5-4729-87BD-833CEFB1D13B}" presName="parentText" presStyleLbl="node1" presStyleIdx="0" presStyleCnt="3">
        <dgm:presLayoutVars>
          <dgm:chMax val="0"/>
          <dgm:bulletEnabled val="1"/>
        </dgm:presLayoutVars>
      </dgm:prSet>
      <dgm:spPr/>
    </dgm:pt>
    <dgm:pt modelId="{2CF0FF4F-B93E-40AD-94A3-54FB9BEF0DB4}" type="pres">
      <dgm:prSet presAssocID="{E0A34718-0465-4B11-B00A-D7CF12EFD8F5}" presName="spacer" presStyleCnt="0"/>
      <dgm:spPr/>
    </dgm:pt>
    <dgm:pt modelId="{79A75E1D-0CB4-462C-A719-14145F76DEDC}" type="pres">
      <dgm:prSet presAssocID="{9C5562C8-0CC3-4BB4-8D9F-1C83691EEDC5}" presName="parentText" presStyleLbl="node1" presStyleIdx="1" presStyleCnt="3">
        <dgm:presLayoutVars>
          <dgm:chMax val="0"/>
          <dgm:bulletEnabled val="1"/>
        </dgm:presLayoutVars>
      </dgm:prSet>
      <dgm:spPr/>
    </dgm:pt>
    <dgm:pt modelId="{01E54BD9-A582-4E24-9E7F-DC3CA2B6AEE3}" type="pres">
      <dgm:prSet presAssocID="{DDCB3F21-E558-4FBD-A312-AA12D21F9D8C}" presName="spacer" presStyleCnt="0"/>
      <dgm:spPr/>
    </dgm:pt>
    <dgm:pt modelId="{5B3A30B7-5904-4E5B-A2C6-DA6188785A65}" type="pres">
      <dgm:prSet presAssocID="{0C08089C-5C08-4678-ABDF-717411E46B94}" presName="parentText" presStyleLbl="node1" presStyleIdx="2" presStyleCnt="3">
        <dgm:presLayoutVars>
          <dgm:chMax val="0"/>
          <dgm:bulletEnabled val="1"/>
        </dgm:presLayoutVars>
      </dgm:prSet>
      <dgm:spPr/>
    </dgm:pt>
  </dgm:ptLst>
  <dgm:cxnLst>
    <dgm:cxn modelId="{A0AF1D0B-51EE-4EFB-BFB6-3700D403D261}" type="presOf" srcId="{0C08089C-5C08-4678-ABDF-717411E46B94}" destId="{5B3A30B7-5904-4E5B-A2C6-DA6188785A65}" srcOrd="0" destOrd="0" presId="urn:microsoft.com/office/officeart/2005/8/layout/vList2"/>
    <dgm:cxn modelId="{5536FF3F-5D75-4264-8529-CBA98C201A70}" srcId="{AFF968E1-F9AA-4C67-8296-8D1A35073473}" destId="{0C08089C-5C08-4678-ABDF-717411E46B94}" srcOrd="2" destOrd="0" parTransId="{86C29D37-8292-40A6-8FE8-2A37A66DC463}" sibTransId="{D9019023-9C0D-4D12-BA77-4036CA86028B}"/>
    <dgm:cxn modelId="{84C2BF65-886F-4267-BFAE-5093C2A3EB61}" type="presOf" srcId="{9C5562C8-0CC3-4BB4-8D9F-1C83691EEDC5}" destId="{79A75E1D-0CB4-462C-A719-14145F76DEDC}" srcOrd="0" destOrd="0" presId="urn:microsoft.com/office/officeart/2005/8/layout/vList2"/>
    <dgm:cxn modelId="{B518DB45-711C-41F4-9AD3-F5B7B4D26326}" type="presOf" srcId="{FBF986CB-6FF5-4729-87BD-833CEFB1D13B}" destId="{FC4D6BB9-A7C8-484D-8927-81FCCC84C293}" srcOrd="0" destOrd="0" presId="urn:microsoft.com/office/officeart/2005/8/layout/vList2"/>
    <dgm:cxn modelId="{95061378-0040-46D4-A6D0-915A7213FBE7}" srcId="{AFF968E1-F9AA-4C67-8296-8D1A35073473}" destId="{9C5562C8-0CC3-4BB4-8D9F-1C83691EEDC5}" srcOrd="1" destOrd="0" parTransId="{A8B15B06-940D-430C-ACB7-7E14A7712FE4}" sibTransId="{DDCB3F21-E558-4FBD-A312-AA12D21F9D8C}"/>
    <dgm:cxn modelId="{80E21EC4-B209-4FFB-BD5A-CB02E714D9E3}" type="presOf" srcId="{AFF968E1-F9AA-4C67-8296-8D1A35073473}" destId="{BE04A34F-1DB3-4010-AC0B-3A71033E62DE}" srcOrd="0" destOrd="0" presId="urn:microsoft.com/office/officeart/2005/8/layout/vList2"/>
    <dgm:cxn modelId="{384F11CF-D655-4C12-85B5-F6CD19532921}" srcId="{AFF968E1-F9AA-4C67-8296-8D1A35073473}" destId="{FBF986CB-6FF5-4729-87BD-833CEFB1D13B}" srcOrd="0" destOrd="0" parTransId="{3180CDAD-B13B-4338-A2E1-99F09D97E83C}" sibTransId="{E0A34718-0465-4B11-B00A-D7CF12EFD8F5}"/>
    <dgm:cxn modelId="{819640A0-5E27-467F-8329-146D32987FB6}" type="presParOf" srcId="{BE04A34F-1DB3-4010-AC0B-3A71033E62DE}" destId="{FC4D6BB9-A7C8-484D-8927-81FCCC84C293}" srcOrd="0" destOrd="0" presId="urn:microsoft.com/office/officeart/2005/8/layout/vList2"/>
    <dgm:cxn modelId="{2E5A56D5-0065-4F6C-A7F1-28126AA28D6D}" type="presParOf" srcId="{BE04A34F-1DB3-4010-AC0B-3A71033E62DE}" destId="{2CF0FF4F-B93E-40AD-94A3-54FB9BEF0DB4}" srcOrd="1" destOrd="0" presId="urn:microsoft.com/office/officeart/2005/8/layout/vList2"/>
    <dgm:cxn modelId="{588850E4-49A5-457B-823D-EED695CDFF96}" type="presParOf" srcId="{BE04A34F-1DB3-4010-AC0B-3A71033E62DE}" destId="{79A75E1D-0CB4-462C-A719-14145F76DEDC}" srcOrd="2" destOrd="0" presId="urn:microsoft.com/office/officeart/2005/8/layout/vList2"/>
    <dgm:cxn modelId="{DBD442FF-A726-4455-B408-B2CED2ABFAAD}" type="presParOf" srcId="{BE04A34F-1DB3-4010-AC0B-3A71033E62DE}" destId="{01E54BD9-A582-4E24-9E7F-DC3CA2B6AEE3}" srcOrd="3" destOrd="0" presId="urn:microsoft.com/office/officeart/2005/8/layout/vList2"/>
    <dgm:cxn modelId="{ADE3CA28-994A-4DAD-B260-503A70751363}" type="presParOf" srcId="{BE04A34F-1DB3-4010-AC0B-3A71033E62DE}" destId="{5B3A30B7-5904-4E5B-A2C6-DA6188785A65}"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B6C1353-9B33-4409-9BFA-A9A5C6F65E67}"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44630611-C95F-4500-9E70-14FE842F194F}">
      <dgm:prSet/>
      <dgm:spPr/>
      <dgm:t>
        <a:bodyPr/>
        <a:lstStyle/>
        <a:p>
          <a:r>
            <a:rPr lang="en-US" b="1"/>
            <a:t>Substitutes:</a:t>
          </a:r>
          <a:endParaRPr lang="en-US"/>
        </a:p>
      </dgm:t>
    </dgm:pt>
    <dgm:pt modelId="{9CF6A862-8AC4-40E1-97BC-E2F0FCC6947D}" type="parTrans" cxnId="{C115CA4B-1B5C-4A91-9604-C134DF8B959C}">
      <dgm:prSet/>
      <dgm:spPr/>
      <dgm:t>
        <a:bodyPr/>
        <a:lstStyle/>
        <a:p>
          <a:endParaRPr lang="en-US"/>
        </a:p>
      </dgm:t>
    </dgm:pt>
    <dgm:pt modelId="{5D04816F-CFDD-4356-9C92-D2C440A7A81C}" type="sibTrans" cxnId="{C115CA4B-1B5C-4A91-9604-C134DF8B959C}">
      <dgm:prSet/>
      <dgm:spPr/>
      <dgm:t>
        <a:bodyPr/>
        <a:lstStyle/>
        <a:p>
          <a:endParaRPr lang="en-US"/>
        </a:p>
      </dgm:t>
    </dgm:pt>
    <dgm:pt modelId="{096CA97D-F721-4CAC-AD0B-2E4B730BC725}">
      <dgm:prSet/>
      <dgm:spPr/>
      <dgm:t>
        <a:bodyPr/>
        <a:lstStyle/>
        <a:p>
          <a:r>
            <a:rPr lang="en-US"/>
            <a:t>Alternative products or services.</a:t>
          </a:r>
        </a:p>
      </dgm:t>
    </dgm:pt>
    <dgm:pt modelId="{31E3CE24-727D-48D6-9B55-52A43EE1B9CA}" type="parTrans" cxnId="{822DE87D-0F0F-4E3C-A472-AF22E971F750}">
      <dgm:prSet/>
      <dgm:spPr/>
      <dgm:t>
        <a:bodyPr/>
        <a:lstStyle/>
        <a:p>
          <a:endParaRPr lang="en-US"/>
        </a:p>
      </dgm:t>
    </dgm:pt>
    <dgm:pt modelId="{E708B6AF-739A-44A5-A000-ABBD6F1126EB}" type="sibTrans" cxnId="{822DE87D-0F0F-4E3C-A472-AF22E971F750}">
      <dgm:prSet/>
      <dgm:spPr/>
      <dgm:t>
        <a:bodyPr/>
        <a:lstStyle/>
        <a:p>
          <a:endParaRPr lang="en-US"/>
        </a:p>
      </dgm:t>
    </dgm:pt>
    <dgm:pt modelId="{701CB2B9-FEC4-4ADC-A9CA-71192FA92096}">
      <dgm:prSet/>
      <dgm:spPr/>
      <dgm:t>
        <a:bodyPr/>
        <a:lstStyle/>
        <a:p>
          <a:r>
            <a:rPr lang="en-US"/>
            <a:t>Potential threat.</a:t>
          </a:r>
        </a:p>
      </dgm:t>
    </dgm:pt>
    <dgm:pt modelId="{F225E4B4-D3AD-44C8-9011-C710A02952C7}" type="parTrans" cxnId="{A0B69B55-2F69-497F-8E72-5C172D9289E0}">
      <dgm:prSet/>
      <dgm:spPr/>
      <dgm:t>
        <a:bodyPr/>
        <a:lstStyle/>
        <a:p>
          <a:endParaRPr lang="en-US"/>
        </a:p>
      </dgm:t>
    </dgm:pt>
    <dgm:pt modelId="{47D0AE70-0B09-40EA-806B-22812B0BC466}" type="sibTrans" cxnId="{A0B69B55-2F69-497F-8E72-5C172D9289E0}">
      <dgm:prSet/>
      <dgm:spPr/>
      <dgm:t>
        <a:bodyPr/>
        <a:lstStyle/>
        <a:p>
          <a:endParaRPr lang="en-US"/>
        </a:p>
      </dgm:t>
    </dgm:pt>
    <dgm:pt modelId="{14788C0D-BCFE-456F-8B21-244E3A0B818D}">
      <dgm:prSet/>
      <dgm:spPr/>
      <dgm:t>
        <a:bodyPr/>
        <a:lstStyle/>
        <a:p>
          <a:r>
            <a:rPr lang="en-US" b="1"/>
            <a:t>Complements:</a:t>
          </a:r>
          <a:endParaRPr lang="en-US"/>
        </a:p>
      </dgm:t>
    </dgm:pt>
    <dgm:pt modelId="{09246942-CA16-413A-817F-962CA0B795E1}" type="parTrans" cxnId="{774F7B4D-59BB-4384-890F-9B29464BF5D0}">
      <dgm:prSet/>
      <dgm:spPr/>
      <dgm:t>
        <a:bodyPr/>
        <a:lstStyle/>
        <a:p>
          <a:endParaRPr lang="en-US"/>
        </a:p>
      </dgm:t>
    </dgm:pt>
    <dgm:pt modelId="{AF7AB679-7CE4-48C5-9E6C-F281253C24E1}" type="sibTrans" cxnId="{774F7B4D-59BB-4384-890F-9B29464BF5D0}">
      <dgm:prSet/>
      <dgm:spPr/>
      <dgm:t>
        <a:bodyPr/>
        <a:lstStyle/>
        <a:p>
          <a:endParaRPr lang="en-US"/>
        </a:p>
      </dgm:t>
    </dgm:pt>
    <dgm:pt modelId="{BD1D48F3-D856-4A48-B7A7-A5EE51804163}">
      <dgm:prSet/>
      <dgm:spPr/>
      <dgm:t>
        <a:bodyPr/>
        <a:lstStyle/>
        <a:p>
          <a:r>
            <a:rPr lang="en-US"/>
            <a:t>Products or services that increase purchases of other products.</a:t>
          </a:r>
        </a:p>
      </dgm:t>
    </dgm:pt>
    <dgm:pt modelId="{E7B49F16-9347-4E89-B2E9-AD021B7FEF0C}" type="parTrans" cxnId="{FFF7248C-C16C-4EA5-8ACC-9E18EA4E2F7F}">
      <dgm:prSet/>
      <dgm:spPr/>
      <dgm:t>
        <a:bodyPr/>
        <a:lstStyle/>
        <a:p>
          <a:endParaRPr lang="en-US"/>
        </a:p>
      </dgm:t>
    </dgm:pt>
    <dgm:pt modelId="{20378ECF-D7FF-4B5B-BF10-119F3EF1A62D}" type="sibTrans" cxnId="{FFF7248C-C16C-4EA5-8ACC-9E18EA4E2F7F}">
      <dgm:prSet/>
      <dgm:spPr/>
      <dgm:t>
        <a:bodyPr/>
        <a:lstStyle/>
        <a:p>
          <a:endParaRPr lang="en-US"/>
        </a:p>
      </dgm:t>
    </dgm:pt>
    <dgm:pt modelId="{F2F0C26F-EA7A-4AB9-AF8A-653C789A49C1}">
      <dgm:prSet/>
      <dgm:spPr/>
      <dgm:t>
        <a:bodyPr/>
        <a:lstStyle/>
        <a:p>
          <a:r>
            <a:rPr lang="en-US"/>
            <a:t>Potential opportunity.</a:t>
          </a:r>
        </a:p>
      </dgm:t>
    </dgm:pt>
    <dgm:pt modelId="{8D80F23C-FD4D-4EDC-B370-C6E848743530}" type="parTrans" cxnId="{F313C476-41A8-43D0-9507-F821EBEC4DEF}">
      <dgm:prSet/>
      <dgm:spPr/>
      <dgm:t>
        <a:bodyPr/>
        <a:lstStyle/>
        <a:p>
          <a:endParaRPr lang="en-US"/>
        </a:p>
      </dgm:t>
    </dgm:pt>
    <dgm:pt modelId="{AECFD02D-1C1A-4F55-96F6-2B54BF496523}" type="sibTrans" cxnId="{F313C476-41A8-43D0-9507-F821EBEC4DEF}">
      <dgm:prSet/>
      <dgm:spPr/>
      <dgm:t>
        <a:bodyPr/>
        <a:lstStyle/>
        <a:p>
          <a:endParaRPr lang="en-US"/>
        </a:p>
      </dgm:t>
    </dgm:pt>
    <dgm:pt modelId="{F3146EA6-8A04-4CA2-A911-A9E8F458F8BF}" type="pres">
      <dgm:prSet presAssocID="{8B6C1353-9B33-4409-9BFA-A9A5C6F65E67}" presName="Name0" presStyleCnt="0">
        <dgm:presLayoutVars>
          <dgm:dir/>
          <dgm:animLvl val="lvl"/>
          <dgm:resizeHandles val="exact"/>
        </dgm:presLayoutVars>
      </dgm:prSet>
      <dgm:spPr/>
    </dgm:pt>
    <dgm:pt modelId="{6A65B869-4AF4-4444-8E73-D259AC1666B9}" type="pres">
      <dgm:prSet presAssocID="{44630611-C95F-4500-9E70-14FE842F194F}" presName="linNode" presStyleCnt="0"/>
      <dgm:spPr/>
    </dgm:pt>
    <dgm:pt modelId="{6FB242DD-3E7D-43F4-889C-3C009551B356}" type="pres">
      <dgm:prSet presAssocID="{44630611-C95F-4500-9E70-14FE842F194F}" presName="parentText" presStyleLbl="node1" presStyleIdx="0" presStyleCnt="2">
        <dgm:presLayoutVars>
          <dgm:chMax val="1"/>
          <dgm:bulletEnabled val="1"/>
        </dgm:presLayoutVars>
      </dgm:prSet>
      <dgm:spPr/>
    </dgm:pt>
    <dgm:pt modelId="{3C6ECBFB-7D84-4ED6-B051-5EC323B51EA2}" type="pres">
      <dgm:prSet presAssocID="{44630611-C95F-4500-9E70-14FE842F194F}" presName="descendantText" presStyleLbl="alignAccFollowNode1" presStyleIdx="0" presStyleCnt="2">
        <dgm:presLayoutVars>
          <dgm:bulletEnabled val="1"/>
        </dgm:presLayoutVars>
      </dgm:prSet>
      <dgm:spPr/>
    </dgm:pt>
    <dgm:pt modelId="{118EFCDD-2064-4B68-ABA5-7BB4D01CD37F}" type="pres">
      <dgm:prSet presAssocID="{5D04816F-CFDD-4356-9C92-D2C440A7A81C}" presName="sp" presStyleCnt="0"/>
      <dgm:spPr/>
    </dgm:pt>
    <dgm:pt modelId="{DE5F746B-5DA0-4230-A580-44119AFDF971}" type="pres">
      <dgm:prSet presAssocID="{14788C0D-BCFE-456F-8B21-244E3A0B818D}" presName="linNode" presStyleCnt="0"/>
      <dgm:spPr/>
    </dgm:pt>
    <dgm:pt modelId="{F77B6A23-A5D9-45F8-8FFF-7BF82C7DAB8B}" type="pres">
      <dgm:prSet presAssocID="{14788C0D-BCFE-456F-8B21-244E3A0B818D}" presName="parentText" presStyleLbl="node1" presStyleIdx="1" presStyleCnt="2">
        <dgm:presLayoutVars>
          <dgm:chMax val="1"/>
          <dgm:bulletEnabled val="1"/>
        </dgm:presLayoutVars>
      </dgm:prSet>
      <dgm:spPr/>
    </dgm:pt>
    <dgm:pt modelId="{7FEC69F8-074A-41BB-A668-F8C66743B3E2}" type="pres">
      <dgm:prSet presAssocID="{14788C0D-BCFE-456F-8B21-244E3A0B818D}" presName="descendantText" presStyleLbl="alignAccFollowNode1" presStyleIdx="1" presStyleCnt="2">
        <dgm:presLayoutVars>
          <dgm:bulletEnabled val="1"/>
        </dgm:presLayoutVars>
      </dgm:prSet>
      <dgm:spPr/>
    </dgm:pt>
  </dgm:ptLst>
  <dgm:cxnLst>
    <dgm:cxn modelId="{9C0CAD65-6431-45D7-9E7C-38EDED64F6CD}" type="presOf" srcId="{BD1D48F3-D856-4A48-B7A7-A5EE51804163}" destId="{7FEC69F8-074A-41BB-A668-F8C66743B3E2}" srcOrd="0" destOrd="0" presId="urn:microsoft.com/office/officeart/2005/8/layout/vList5"/>
    <dgm:cxn modelId="{C115CA4B-1B5C-4A91-9604-C134DF8B959C}" srcId="{8B6C1353-9B33-4409-9BFA-A9A5C6F65E67}" destId="{44630611-C95F-4500-9E70-14FE842F194F}" srcOrd="0" destOrd="0" parTransId="{9CF6A862-8AC4-40E1-97BC-E2F0FCC6947D}" sibTransId="{5D04816F-CFDD-4356-9C92-D2C440A7A81C}"/>
    <dgm:cxn modelId="{774F7B4D-59BB-4384-890F-9B29464BF5D0}" srcId="{8B6C1353-9B33-4409-9BFA-A9A5C6F65E67}" destId="{14788C0D-BCFE-456F-8B21-244E3A0B818D}" srcOrd="1" destOrd="0" parTransId="{09246942-CA16-413A-817F-962CA0B795E1}" sibTransId="{AF7AB679-7CE4-48C5-9E6C-F281253C24E1}"/>
    <dgm:cxn modelId="{A0B69B55-2F69-497F-8E72-5C172D9289E0}" srcId="{44630611-C95F-4500-9E70-14FE842F194F}" destId="{701CB2B9-FEC4-4ADC-A9CA-71192FA92096}" srcOrd="1" destOrd="0" parTransId="{F225E4B4-D3AD-44C8-9011-C710A02952C7}" sibTransId="{47D0AE70-0B09-40EA-806B-22812B0BC466}"/>
    <dgm:cxn modelId="{D5438176-40E8-4C6A-BE67-C365718ABE36}" type="presOf" srcId="{701CB2B9-FEC4-4ADC-A9CA-71192FA92096}" destId="{3C6ECBFB-7D84-4ED6-B051-5EC323B51EA2}" srcOrd="0" destOrd="1" presId="urn:microsoft.com/office/officeart/2005/8/layout/vList5"/>
    <dgm:cxn modelId="{F313C476-41A8-43D0-9507-F821EBEC4DEF}" srcId="{14788C0D-BCFE-456F-8B21-244E3A0B818D}" destId="{F2F0C26F-EA7A-4AB9-AF8A-653C789A49C1}" srcOrd="1" destOrd="0" parTransId="{8D80F23C-FD4D-4EDC-B370-C6E848743530}" sibTransId="{AECFD02D-1C1A-4F55-96F6-2B54BF496523}"/>
    <dgm:cxn modelId="{822DE87D-0F0F-4E3C-A472-AF22E971F750}" srcId="{44630611-C95F-4500-9E70-14FE842F194F}" destId="{096CA97D-F721-4CAC-AD0B-2E4B730BC725}" srcOrd="0" destOrd="0" parTransId="{31E3CE24-727D-48D6-9B55-52A43EE1B9CA}" sibTransId="{E708B6AF-739A-44A5-A000-ABBD6F1126EB}"/>
    <dgm:cxn modelId="{FFF7248C-C16C-4EA5-8ACC-9E18EA4E2F7F}" srcId="{14788C0D-BCFE-456F-8B21-244E3A0B818D}" destId="{BD1D48F3-D856-4A48-B7A7-A5EE51804163}" srcOrd="0" destOrd="0" parTransId="{E7B49F16-9347-4E89-B2E9-AD021B7FEF0C}" sibTransId="{20378ECF-D7FF-4B5B-BF10-119F3EF1A62D}"/>
    <dgm:cxn modelId="{47B3A1BA-0557-46A9-BF85-2B23512DDD89}" type="presOf" srcId="{096CA97D-F721-4CAC-AD0B-2E4B730BC725}" destId="{3C6ECBFB-7D84-4ED6-B051-5EC323B51EA2}" srcOrd="0" destOrd="0" presId="urn:microsoft.com/office/officeart/2005/8/layout/vList5"/>
    <dgm:cxn modelId="{63C55FD5-4A5D-4773-AD67-EFB2616CDD1B}" type="presOf" srcId="{14788C0D-BCFE-456F-8B21-244E3A0B818D}" destId="{F77B6A23-A5D9-45F8-8FFF-7BF82C7DAB8B}" srcOrd="0" destOrd="0" presId="urn:microsoft.com/office/officeart/2005/8/layout/vList5"/>
    <dgm:cxn modelId="{8C6D79E7-8FD8-4AB9-AA5B-8D29283BDFE5}" type="presOf" srcId="{44630611-C95F-4500-9E70-14FE842F194F}" destId="{6FB242DD-3E7D-43F4-889C-3C009551B356}" srcOrd="0" destOrd="0" presId="urn:microsoft.com/office/officeart/2005/8/layout/vList5"/>
    <dgm:cxn modelId="{7AB45AF2-29BC-4B09-890F-271986B9A736}" type="presOf" srcId="{8B6C1353-9B33-4409-9BFA-A9A5C6F65E67}" destId="{F3146EA6-8A04-4CA2-A911-A9E8F458F8BF}" srcOrd="0" destOrd="0" presId="urn:microsoft.com/office/officeart/2005/8/layout/vList5"/>
    <dgm:cxn modelId="{EB4FA1F8-FDF8-4D95-9FC9-E8E7D763D288}" type="presOf" srcId="{F2F0C26F-EA7A-4AB9-AF8A-653C789A49C1}" destId="{7FEC69F8-074A-41BB-A668-F8C66743B3E2}" srcOrd="0" destOrd="1" presId="urn:microsoft.com/office/officeart/2005/8/layout/vList5"/>
    <dgm:cxn modelId="{35443196-0080-479C-88DD-EC3592A54EFC}" type="presParOf" srcId="{F3146EA6-8A04-4CA2-A911-A9E8F458F8BF}" destId="{6A65B869-4AF4-4444-8E73-D259AC1666B9}" srcOrd="0" destOrd="0" presId="urn:microsoft.com/office/officeart/2005/8/layout/vList5"/>
    <dgm:cxn modelId="{DBFF423A-5FC3-4C1E-B57E-D49CB1FE0687}" type="presParOf" srcId="{6A65B869-4AF4-4444-8E73-D259AC1666B9}" destId="{6FB242DD-3E7D-43F4-889C-3C009551B356}" srcOrd="0" destOrd="0" presId="urn:microsoft.com/office/officeart/2005/8/layout/vList5"/>
    <dgm:cxn modelId="{9627AB35-F67F-457D-A671-8B579B688A55}" type="presParOf" srcId="{6A65B869-4AF4-4444-8E73-D259AC1666B9}" destId="{3C6ECBFB-7D84-4ED6-B051-5EC323B51EA2}" srcOrd="1" destOrd="0" presId="urn:microsoft.com/office/officeart/2005/8/layout/vList5"/>
    <dgm:cxn modelId="{D71398F7-7BD8-4EFE-9595-3822CF3201A9}" type="presParOf" srcId="{F3146EA6-8A04-4CA2-A911-A9E8F458F8BF}" destId="{118EFCDD-2064-4B68-ABA5-7BB4D01CD37F}" srcOrd="1" destOrd="0" presId="urn:microsoft.com/office/officeart/2005/8/layout/vList5"/>
    <dgm:cxn modelId="{9D17FDBA-F750-400F-A867-A9AD3C993930}" type="presParOf" srcId="{F3146EA6-8A04-4CA2-A911-A9E8F458F8BF}" destId="{DE5F746B-5DA0-4230-A580-44119AFDF971}" srcOrd="2" destOrd="0" presId="urn:microsoft.com/office/officeart/2005/8/layout/vList5"/>
    <dgm:cxn modelId="{CB097D9D-E6D5-4FCC-9B27-13405B6CFE78}" type="presParOf" srcId="{DE5F746B-5DA0-4230-A580-44119AFDF971}" destId="{F77B6A23-A5D9-45F8-8FFF-7BF82C7DAB8B}" srcOrd="0" destOrd="0" presId="urn:microsoft.com/office/officeart/2005/8/layout/vList5"/>
    <dgm:cxn modelId="{1D1D946F-A04A-40D7-AA28-57F358093BB9}" type="presParOf" srcId="{DE5F746B-5DA0-4230-A580-44119AFDF971}" destId="{7FEC69F8-074A-41BB-A668-F8C66743B3E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8F354B8-C420-42B4-90C7-99A2764678A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009ECE1-55FF-4E93-8399-C04FB1DEAAEE}">
      <dgm:prSet/>
      <dgm:spPr/>
      <dgm:t>
        <a:bodyPr/>
        <a:lstStyle/>
        <a:p>
          <a:r>
            <a:rPr lang="en-US" b="1"/>
            <a:t>Supply chain management: </a:t>
          </a:r>
          <a:r>
            <a:rPr lang="en-US"/>
            <a:t>Managing the acquisition of materials, their transformation into products, and the distribution of products to customers.</a:t>
          </a:r>
        </a:p>
      </dgm:t>
    </dgm:pt>
    <dgm:pt modelId="{21E03271-807B-4480-85E9-1CD55D8EF250}" type="parTrans" cxnId="{6DA694A0-9686-4FE6-9B5A-6449531DC490}">
      <dgm:prSet/>
      <dgm:spPr/>
      <dgm:t>
        <a:bodyPr/>
        <a:lstStyle/>
        <a:p>
          <a:endParaRPr lang="en-US"/>
        </a:p>
      </dgm:t>
    </dgm:pt>
    <dgm:pt modelId="{817EDFA4-41DB-423D-A168-0D46C7621FF6}" type="sibTrans" cxnId="{6DA694A0-9686-4FE6-9B5A-6449531DC490}">
      <dgm:prSet/>
      <dgm:spPr/>
      <dgm:t>
        <a:bodyPr/>
        <a:lstStyle/>
        <a:p>
          <a:endParaRPr lang="en-US"/>
        </a:p>
      </dgm:t>
    </dgm:pt>
    <dgm:pt modelId="{CF408B75-57FC-4090-9774-33555ECECC0D}">
      <dgm:prSet/>
      <dgm:spPr/>
      <dgm:t>
        <a:bodyPr/>
        <a:lstStyle/>
        <a:p>
          <a:r>
            <a:rPr lang="en-US" b="1"/>
            <a:t>Switching costs: </a:t>
          </a:r>
          <a:endParaRPr lang="en-US"/>
        </a:p>
      </dgm:t>
    </dgm:pt>
    <dgm:pt modelId="{F82CCD57-9A72-45CE-A589-34B9C0FAA86A}" type="parTrans" cxnId="{964A9077-187F-49CB-956B-BDA0BF14A7E5}">
      <dgm:prSet/>
      <dgm:spPr/>
      <dgm:t>
        <a:bodyPr/>
        <a:lstStyle/>
        <a:p>
          <a:endParaRPr lang="en-US"/>
        </a:p>
      </dgm:t>
    </dgm:pt>
    <dgm:pt modelId="{3F1E557B-F4CE-4813-BF42-B5B7FF747925}" type="sibTrans" cxnId="{964A9077-187F-49CB-956B-BDA0BF14A7E5}">
      <dgm:prSet/>
      <dgm:spPr/>
      <dgm:t>
        <a:bodyPr/>
        <a:lstStyle/>
        <a:p>
          <a:endParaRPr lang="en-US"/>
        </a:p>
      </dgm:t>
    </dgm:pt>
    <dgm:pt modelId="{CB7BBCE2-4AEC-40E4-8BDB-493888CA8B4E}">
      <dgm:prSet/>
      <dgm:spPr/>
      <dgm:t>
        <a:bodyPr/>
        <a:lstStyle/>
        <a:p>
          <a:r>
            <a:rPr lang="en-US"/>
            <a:t>Provide resources or inputs needed for production.</a:t>
          </a:r>
        </a:p>
      </dgm:t>
    </dgm:pt>
    <dgm:pt modelId="{39BF3DB4-7D10-44C4-B0FF-77B6042EEDA8}" type="parTrans" cxnId="{C112D99E-46EE-4F7C-B5FD-A06D0DBF2D06}">
      <dgm:prSet/>
      <dgm:spPr/>
      <dgm:t>
        <a:bodyPr/>
        <a:lstStyle/>
        <a:p>
          <a:endParaRPr lang="en-US"/>
        </a:p>
      </dgm:t>
    </dgm:pt>
    <dgm:pt modelId="{B263375B-FB66-46D2-8941-B877F649D99C}" type="sibTrans" cxnId="{C112D99E-46EE-4F7C-B5FD-A06D0DBF2D06}">
      <dgm:prSet/>
      <dgm:spPr/>
      <dgm:t>
        <a:bodyPr/>
        <a:lstStyle/>
        <a:p>
          <a:endParaRPr lang="en-US"/>
        </a:p>
      </dgm:t>
    </dgm:pt>
    <dgm:pt modelId="{2AB5B4D1-5EBE-4617-8A5B-09BE7F532735}">
      <dgm:prSet/>
      <dgm:spPr/>
      <dgm:t>
        <a:bodyPr/>
        <a:lstStyle/>
        <a:p>
          <a:r>
            <a:rPr lang="en-US"/>
            <a:t>Fixed costs buyers face if they change suppliers.</a:t>
          </a:r>
        </a:p>
      </dgm:t>
    </dgm:pt>
    <dgm:pt modelId="{98F5173A-ECD1-4EBA-BAFF-BC6137B7D836}" type="parTrans" cxnId="{30ABFD30-1591-4965-B2C6-541983E25685}">
      <dgm:prSet/>
      <dgm:spPr/>
      <dgm:t>
        <a:bodyPr/>
        <a:lstStyle/>
        <a:p>
          <a:endParaRPr lang="en-US"/>
        </a:p>
      </dgm:t>
    </dgm:pt>
    <dgm:pt modelId="{C955E316-F267-4B10-97BD-8BF22EA3B5B4}" type="sibTrans" cxnId="{30ABFD30-1591-4965-B2C6-541983E25685}">
      <dgm:prSet/>
      <dgm:spPr/>
      <dgm:t>
        <a:bodyPr/>
        <a:lstStyle/>
        <a:p>
          <a:endParaRPr lang="en-US"/>
        </a:p>
      </dgm:t>
    </dgm:pt>
    <dgm:pt modelId="{335A29AD-03FA-4694-BD9C-0787404ED55B}" type="pres">
      <dgm:prSet presAssocID="{88F354B8-C420-42B4-90C7-99A2764678A7}" presName="root" presStyleCnt="0">
        <dgm:presLayoutVars>
          <dgm:dir/>
          <dgm:resizeHandles val="exact"/>
        </dgm:presLayoutVars>
      </dgm:prSet>
      <dgm:spPr/>
    </dgm:pt>
    <dgm:pt modelId="{5B5E3A1A-9E6B-417C-9EE5-77C92E8F3DB1}" type="pres">
      <dgm:prSet presAssocID="{5009ECE1-55FF-4E93-8399-C04FB1DEAAEE}" presName="compNode" presStyleCnt="0"/>
      <dgm:spPr/>
    </dgm:pt>
    <dgm:pt modelId="{318BA098-EA22-420F-97EA-07DAAE51AC8D}" type="pres">
      <dgm:prSet presAssocID="{5009ECE1-55FF-4E93-8399-C04FB1DEAAEE}" presName="bgRect" presStyleLbl="bgShp" presStyleIdx="0" presStyleCnt="2"/>
      <dgm:spPr/>
    </dgm:pt>
    <dgm:pt modelId="{B77828A8-F31F-4075-B3CA-A986FB6EA52D}" type="pres">
      <dgm:prSet presAssocID="{5009ECE1-55FF-4E93-8399-C04FB1DEAAE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a:ext>
      </dgm:extLst>
    </dgm:pt>
    <dgm:pt modelId="{C81F2953-B8FD-4FD7-9335-0E5F9A2CA361}" type="pres">
      <dgm:prSet presAssocID="{5009ECE1-55FF-4E93-8399-C04FB1DEAAEE}" presName="spaceRect" presStyleCnt="0"/>
      <dgm:spPr/>
    </dgm:pt>
    <dgm:pt modelId="{7499B063-50BC-4F24-8C07-0AB2EC907109}" type="pres">
      <dgm:prSet presAssocID="{5009ECE1-55FF-4E93-8399-C04FB1DEAAEE}" presName="parTx" presStyleLbl="revTx" presStyleIdx="0" presStyleCnt="3">
        <dgm:presLayoutVars>
          <dgm:chMax val="0"/>
          <dgm:chPref val="0"/>
        </dgm:presLayoutVars>
      </dgm:prSet>
      <dgm:spPr/>
    </dgm:pt>
    <dgm:pt modelId="{B088633D-DD47-482E-89CC-4AF461D34890}" type="pres">
      <dgm:prSet presAssocID="{817EDFA4-41DB-423D-A168-0D46C7621FF6}" presName="sibTrans" presStyleCnt="0"/>
      <dgm:spPr/>
    </dgm:pt>
    <dgm:pt modelId="{44CF3CEF-3605-4409-861F-2178CA30B0FA}" type="pres">
      <dgm:prSet presAssocID="{CF408B75-57FC-4090-9774-33555ECECC0D}" presName="compNode" presStyleCnt="0"/>
      <dgm:spPr/>
    </dgm:pt>
    <dgm:pt modelId="{B4AEE881-105E-4655-97B9-456A1F586D8C}" type="pres">
      <dgm:prSet presAssocID="{CF408B75-57FC-4090-9774-33555ECECC0D}" presName="bgRect" presStyleLbl="bgShp" presStyleIdx="1" presStyleCnt="2"/>
      <dgm:spPr/>
    </dgm:pt>
    <dgm:pt modelId="{25036301-2796-4B00-A432-761FDC697EEC}" type="pres">
      <dgm:prSet presAssocID="{CF408B75-57FC-4090-9774-33555ECECC0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osk"/>
        </a:ext>
      </dgm:extLst>
    </dgm:pt>
    <dgm:pt modelId="{FBA9B7D9-270F-4B0A-A49D-43FAFC893FA2}" type="pres">
      <dgm:prSet presAssocID="{CF408B75-57FC-4090-9774-33555ECECC0D}" presName="spaceRect" presStyleCnt="0"/>
      <dgm:spPr/>
    </dgm:pt>
    <dgm:pt modelId="{B2448D08-3DA7-4903-8D87-FB2291EB66B9}" type="pres">
      <dgm:prSet presAssocID="{CF408B75-57FC-4090-9774-33555ECECC0D}" presName="parTx" presStyleLbl="revTx" presStyleIdx="1" presStyleCnt="3">
        <dgm:presLayoutVars>
          <dgm:chMax val="0"/>
          <dgm:chPref val="0"/>
        </dgm:presLayoutVars>
      </dgm:prSet>
      <dgm:spPr/>
    </dgm:pt>
    <dgm:pt modelId="{7482520E-1356-4D25-9BCF-8CA1F09DE6D4}" type="pres">
      <dgm:prSet presAssocID="{CF408B75-57FC-4090-9774-33555ECECC0D}" presName="desTx" presStyleLbl="revTx" presStyleIdx="2" presStyleCnt="3">
        <dgm:presLayoutVars/>
      </dgm:prSet>
      <dgm:spPr/>
    </dgm:pt>
  </dgm:ptLst>
  <dgm:cxnLst>
    <dgm:cxn modelId="{C33FA900-C3F5-40B4-BF1A-AB113BD14B24}" type="presOf" srcId="{CF408B75-57FC-4090-9774-33555ECECC0D}" destId="{B2448D08-3DA7-4903-8D87-FB2291EB66B9}" srcOrd="0" destOrd="0" presId="urn:microsoft.com/office/officeart/2018/2/layout/IconVerticalSolidList"/>
    <dgm:cxn modelId="{52C05921-3674-41C7-829D-89BCB13FFFCC}" type="presOf" srcId="{2AB5B4D1-5EBE-4617-8A5B-09BE7F532735}" destId="{7482520E-1356-4D25-9BCF-8CA1F09DE6D4}" srcOrd="0" destOrd="1" presId="urn:microsoft.com/office/officeart/2018/2/layout/IconVerticalSolidList"/>
    <dgm:cxn modelId="{30ABFD30-1591-4965-B2C6-541983E25685}" srcId="{CF408B75-57FC-4090-9774-33555ECECC0D}" destId="{2AB5B4D1-5EBE-4617-8A5B-09BE7F532735}" srcOrd="1" destOrd="0" parTransId="{98F5173A-ECD1-4EBA-BAFF-BC6137B7D836}" sibTransId="{C955E316-F267-4B10-97BD-8BF22EA3B5B4}"/>
    <dgm:cxn modelId="{964A9077-187F-49CB-956B-BDA0BF14A7E5}" srcId="{88F354B8-C420-42B4-90C7-99A2764678A7}" destId="{CF408B75-57FC-4090-9774-33555ECECC0D}" srcOrd="1" destOrd="0" parTransId="{F82CCD57-9A72-45CE-A589-34B9C0FAA86A}" sibTransId="{3F1E557B-F4CE-4813-BF42-B5B7FF747925}"/>
    <dgm:cxn modelId="{51BEA680-8F4F-4F20-AC23-8431AB6AB605}" type="presOf" srcId="{CB7BBCE2-4AEC-40E4-8BDB-493888CA8B4E}" destId="{7482520E-1356-4D25-9BCF-8CA1F09DE6D4}" srcOrd="0" destOrd="0" presId="urn:microsoft.com/office/officeart/2018/2/layout/IconVerticalSolidList"/>
    <dgm:cxn modelId="{C112D99E-46EE-4F7C-B5FD-A06D0DBF2D06}" srcId="{CF408B75-57FC-4090-9774-33555ECECC0D}" destId="{CB7BBCE2-4AEC-40E4-8BDB-493888CA8B4E}" srcOrd="0" destOrd="0" parTransId="{39BF3DB4-7D10-44C4-B0FF-77B6042EEDA8}" sibTransId="{B263375B-FB66-46D2-8941-B877F649D99C}"/>
    <dgm:cxn modelId="{6DA694A0-9686-4FE6-9B5A-6449531DC490}" srcId="{88F354B8-C420-42B4-90C7-99A2764678A7}" destId="{5009ECE1-55FF-4E93-8399-C04FB1DEAAEE}" srcOrd="0" destOrd="0" parTransId="{21E03271-807B-4480-85E9-1CD55D8EF250}" sibTransId="{817EDFA4-41DB-423D-A168-0D46C7621FF6}"/>
    <dgm:cxn modelId="{8F1BD6AC-D3C1-4FAD-8DBA-5EC9201A1024}" type="presOf" srcId="{5009ECE1-55FF-4E93-8399-C04FB1DEAAEE}" destId="{7499B063-50BC-4F24-8C07-0AB2EC907109}" srcOrd="0" destOrd="0" presId="urn:microsoft.com/office/officeart/2018/2/layout/IconVerticalSolidList"/>
    <dgm:cxn modelId="{897251BA-78E1-4CB6-AC7B-7A6898D3B032}" type="presOf" srcId="{88F354B8-C420-42B4-90C7-99A2764678A7}" destId="{335A29AD-03FA-4694-BD9C-0787404ED55B}" srcOrd="0" destOrd="0" presId="urn:microsoft.com/office/officeart/2018/2/layout/IconVerticalSolidList"/>
    <dgm:cxn modelId="{6FF8D882-C383-4577-BF83-CA23644433DD}" type="presParOf" srcId="{335A29AD-03FA-4694-BD9C-0787404ED55B}" destId="{5B5E3A1A-9E6B-417C-9EE5-77C92E8F3DB1}" srcOrd="0" destOrd="0" presId="urn:microsoft.com/office/officeart/2018/2/layout/IconVerticalSolidList"/>
    <dgm:cxn modelId="{BCE6B031-C5AE-49F2-A6A4-EEAD131F6BC6}" type="presParOf" srcId="{5B5E3A1A-9E6B-417C-9EE5-77C92E8F3DB1}" destId="{318BA098-EA22-420F-97EA-07DAAE51AC8D}" srcOrd="0" destOrd="0" presId="urn:microsoft.com/office/officeart/2018/2/layout/IconVerticalSolidList"/>
    <dgm:cxn modelId="{4D6E52CF-D81F-4924-B67D-EDF0AB4AD992}" type="presParOf" srcId="{5B5E3A1A-9E6B-417C-9EE5-77C92E8F3DB1}" destId="{B77828A8-F31F-4075-B3CA-A986FB6EA52D}" srcOrd="1" destOrd="0" presId="urn:microsoft.com/office/officeart/2018/2/layout/IconVerticalSolidList"/>
    <dgm:cxn modelId="{1783CA22-C34D-4B5D-ACE5-F754D44A5928}" type="presParOf" srcId="{5B5E3A1A-9E6B-417C-9EE5-77C92E8F3DB1}" destId="{C81F2953-B8FD-4FD7-9335-0E5F9A2CA361}" srcOrd="2" destOrd="0" presId="urn:microsoft.com/office/officeart/2018/2/layout/IconVerticalSolidList"/>
    <dgm:cxn modelId="{BA8E6309-3C96-4247-A74A-61AFBB0F71AA}" type="presParOf" srcId="{5B5E3A1A-9E6B-417C-9EE5-77C92E8F3DB1}" destId="{7499B063-50BC-4F24-8C07-0AB2EC907109}" srcOrd="3" destOrd="0" presId="urn:microsoft.com/office/officeart/2018/2/layout/IconVerticalSolidList"/>
    <dgm:cxn modelId="{EE67B12F-A83B-4BC9-AC62-01EBCC48FEBD}" type="presParOf" srcId="{335A29AD-03FA-4694-BD9C-0787404ED55B}" destId="{B088633D-DD47-482E-89CC-4AF461D34890}" srcOrd="1" destOrd="0" presId="urn:microsoft.com/office/officeart/2018/2/layout/IconVerticalSolidList"/>
    <dgm:cxn modelId="{3C9FD152-C584-4D2D-B676-7A1CA0520826}" type="presParOf" srcId="{335A29AD-03FA-4694-BD9C-0787404ED55B}" destId="{44CF3CEF-3605-4409-861F-2178CA30B0FA}" srcOrd="2" destOrd="0" presId="urn:microsoft.com/office/officeart/2018/2/layout/IconVerticalSolidList"/>
    <dgm:cxn modelId="{2B3C79E3-8255-4B97-A0F0-C6FC0CEDED4F}" type="presParOf" srcId="{44CF3CEF-3605-4409-861F-2178CA30B0FA}" destId="{B4AEE881-105E-4655-97B9-456A1F586D8C}" srcOrd="0" destOrd="0" presId="urn:microsoft.com/office/officeart/2018/2/layout/IconVerticalSolidList"/>
    <dgm:cxn modelId="{4BA68A72-BA78-4F42-B8B5-5E2A5075D733}" type="presParOf" srcId="{44CF3CEF-3605-4409-861F-2178CA30B0FA}" destId="{25036301-2796-4B00-A432-761FDC697EEC}" srcOrd="1" destOrd="0" presId="urn:microsoft.com/office/officeart/2018/2/layout/IconVerticalSolidList"/>
    <dgm:cxn modelId="{CC054B98-E83C-418D-A385-FD6F7434C553}" type="presParOf" srcId="{44CF3CEF-3605-4409-861F-2178CA30B0FA}" destId="{FBA9B7D9-270F-4B0A-A49D-43FAFC893FA2}" srcOrd="2" destOrd="0" presId="urn:microsoft.com/office/officeart/2018/2/layout/IconVerticalSolidList"/>
    <dgm:cxn modelId="{5DD6AB3A-1BD9-48BC-89B3-A53D92C9087A}" type="presParOf" srcId="{44CF3CEF-3605-4409-861F-2178CA30B0FA}" destId="{B2448D08-3DA7-4903-8D87-FB2291EB66B9}" srcOrd="3" destOrd="0" presId="urn:microsoft.com/office/officeart/2018/2/layout/IconVerticalSolidList"/>
    <dgm:cxn modelId="{950519A2-6576-4A7E-B046-A6B68FD3BD49}" type="presParOf" srcId="{44CF3CEF-3605-4409-861F-2178CA30B0FA}" destId="{7482520E-1356-4D25-9BCF-8CA1F09DE6D4}"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DA87BBD-AFB6-4BB7-8734-EF1D0F410FE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ACA5301-B20C-4F96-8CC7-AF547A04845D}">
      <dgm:prSet/>
      <dgm:spPr/>
      <dgm:t>
        <a:bodyPr/>
        <a:lstStyle/>
        <a:p>
          <a:r>
            <a:rPr lang="en-US" u="sng" dirty="0"/>
            <a:t>Environmental uncertainty</a:t>
          </a:r>
          <a:r>
            <a:rPr lang="en-US" dirty="0"/>
            <a:t>: Lack of information needed to understand or predict the future.</a:t>
          </a:r>
        </a:p>
      </dgm:t>
    </dgm:pt>
    <dgm:pt modelId="{065855CB-0520-45C4-8921-7FA1AC3E1BAB}" type="parTrans" cxnId="{D72578F8-1582-4BB7-9A08-93CE3EBB76F1}">
      <dgm:prSet/>
      <dgm:spPr/>
      <dgm:t>
        <a:bodyPr/>
        <a:lstStyle/>
        <a:p>
          <a:endParaRPr lang="en-US"/>
        </a:p>
      </dgm:t>
    </dgm:pt>
    <dgm:pt modelId="{E1F1888B-A216-4FAA-91A8-A56EC9002A69}" type="sibTrans" cxnId="{D72578F8-1582-4BB7-9A08-93CE3EBB76F1}">
      <dgm:prSet/>
      <dgm:spPr/>
      <dgm:t>
        <a:bodyPr/>
        <a:lstStyle/>
        <a:p>
          <a:endParaRPr lang="en-US"/>
        </a:p>
      </dgm:t>
    </dgm:pt>
    <dgm:pt modelId="{91DF659D-E12B-4498-A498-653D3D2DF174}">
      <dgm:prSet/>
      <dgm:spPr/>
      <dgm:t>
        <a:bodyPr/>
        <a:lstStyle/>
        <a:p>
          <a:r>
            <a:rPr lang="en-US" u="sng"/>
            <a:t>Environmental complexity</a:t>
          </a:r>
          <a:r>
            <a:rPr lang="en-US"/>
            <a:t>: The number of issues that must be attended to as well as the interconnectedness of these issues.</a:t>
          </a:r>
        </a:p>
      </dgm:t>
    </dgm:pt>
    <dgm:pt modelId="{F5E6DA80-0CB5-48D7-A613-C1639E7BE5BD}" type="parTrans" cxnId="{FF190875-8FF5-4F6C-BFC5-07D8A9285D6E}">
      <dgm:prSet/>
      <dgm:spPr/>
      <dgm:t>
        <a:bodyPr/>
        <a:lstStyle/>
        <a:p>
          <a:endParaRPr lang="en-US"/>
        </a:p>
      </dgm:t>
    </dgm:pt>
    <dgm:pt modelId="{C4385087-70B9-42AB-831F-3AF3E2D85C4E}" type="sibTrans" cxnId="{FF190875-8FF5-4F6C-BFC5-07D8A9285D6E}">
      <dgm:prSet/>
      <dgm:spPr/>
      <dgm:t>
        <a:bodyPr/>
        <a:lstStyle/>
        <a:p>
          <a:endParaRPr lang="en-US"/>
        </a:p>
      </dgm:t>
    </dgm:pt>
    <dgm:pt modelId="{0F617CEC-F574-4D80-A2F0-4ADDDE4999F3}">
      <dgm:prSet/>
      <dgm:spPr/>
      <dgm:t>
        <a:bodyPr/>
        <a:lstStyle/>
        <a:p>
          <a:r>
            <a:rPr lang="en-US" u="sng"/>
            <a:t>Environmental dynamism</a:t>
          </a:r>
          <a:r>
            <a:rPr lang="en-US"/>
            <a:t>: The degree of discontinuous change that occurs within an industry.</a:t>
          </a:r>
        </a:p>
      </dgm:t>
    </dgm:pt>
    <dgm:pt modelId="{9606C398-15C2-4FE3-A0B7-D243F18B6D14}" type="parTrans" cxnId="{7CFD55A2-97AD-4B28-A1E8-D7FD5D4F3E38}">
      <dgm:prSet/>
      <dgm:spPr/>
      <dgm:t>
        <a:bodyPr/>
        <a:lstStyle/>
        <a:p>
          <a:endParaRPr lang="en-US"/>
        </a:p>
      </dgm:t>
    </dgm:pt>
    <dgm:pt modelId="{DC36F449-6A48-4743-99AA-129B8E750781}" type="sibTrans" cxnId="{7CFD55A2-97AD-4B28-A1E8-D7FD5D4F3E38}">
      <dgm:prSet/>
      <dgm:spPr/>
      <dgm:t>
        <a:bodyPr/>
        <a:lstStyle/>
        <a:p>
          <a:endParaRPr lang="en-US"/>
        </a:p>
      </dgm:t>
    </dgm:pt>
    <dgm:pt modelId="{D1D27E7F-2A79-4071-935F-65FBE40EC02C}" type="pres">
      <dgm:prSet presAssocID="{BDA87BBD-AFB6-4BB7-8734-EF1D0F410FE7}" presName="vert0" presStyleCnt="0">
        <dgm:presLayoutVars>
          <dgm:dir/>
          <dgm:animOne val="branch"/>
          <dgm:animLvl val="lvl"/>
        </dgm:presLayoutVars>
      </dgm:prSet>
      <dgm:spPr/>
    </dgm:pt>
    <dgm:pt modelId="{CE220698-C145-42FB-BD44-AC60D28861C5}" type="pres">
      <dgm:prSet presAssocID="{8ACA5301-B20C-4F96-8CC7-AF547A04845D}" presName="thickLine" presStyleLbl="alignNode1" presStyleIdx="0" presStyleCnt="3"/>
      <dgm:spPr/>
    </dgm:pt>
    <dgm:pt modelId="{9C2D1A3F-F38C-4C46-92CC-8CAC35BD1223}" type="pres">
      <dgm:prSet presAssocID="{8ACA5301-B20C-4F96-8CC7-AF547A04845D}" presName="horz1" presStyleCnt="0"/>
      <dgm:spPr/>
    </dgm:pt>
    <dgm:pt modelId="{78BC5F40-5438-4827-9EF3-5D3487DD0C89}" type="pres">
      <dgm:prSet presAssocID="{8ACA5301-B20C-4F96-8CC7-AF547A04845D}" presName="tx1" presStyleLbl="revTx" presStyleIdx="0" presStyleCnt="3" custScaleY="65924"/>
      <dgm:spPr/>
    </dgm:pt>
    <dgm:pt modelId="{5C37DC0F-C3BA-45DC-A980-1220B422A1B9}" type="pres">
      <dgm:prSet presAssocID="{8ACA5301-B20C-4F96-8CC7-AF547A04845D}" presName="vert1" presStyleCnt="0"/>
      <dgm:spPr/>
    </dgm:pt>
    <dgm:pt modelId="{44EA4B17-E9E4-46FC-9106-73056046EF23}" type="pres">
      <dgm:prSet presAssocID="{91DF659D-E12B-4498-A498-653D3D2DF174}" presName="thickLine" presStyleLbl="alignNode1" presStyleIdx="1" presStyleCnt="3"/>
      <dgm:spPr/>
    </dgm:pt>
    <dgm:pt modelId="{A6BF566C-4A52-4330-8D4F-A62E366321C4}" type="pres">
      <dgm:prSet presAssocID="{91DF659D-E12B-4498-A498-653D3D2DF174}" presName="horz1" presStyleCnt="0"/>
      <dgm:spPr/>
    </dgm:pt>
    <dgm:pt modelId="{952FA7C5-3720-4F55-ADEE-29C3FF173D0A}" type="pres">
      <dgm:prSet presAssocID="{91DF659D-E12B-4498-A498-653D3D2DF174}" presName="tx1" presStyleLbl="revTx" presStyleIdx="1" presStyleCnt="3"/>
      <dgm:spPr/>
    </dgm:pt>
    <dgm:pt modelId="{BCFFF04B-DF50-4E9A-856B-BB62CD041E1B}" type="pres">
      <dgm:prSet presAssocID="{91DF659D-E12B-4498-A498-653D3D2DF174}" presName="vert1" presStyleCnt="0"/>
      <dgm:spPr/>
    </dgm:pt>
    <dgm:pt modelId="{D4BABDCC-5710-4210-A416-2CD9E319679D}" type="pres">
      <dgm:prSet presAssocID="{0F617CEC-F574-4D80-A2F0-4ADDDE4999F3}" presName="thickLine" presStyleLbl="alignNode1" presStyleIdx="2" presStyleCnt="3"/>
      <dgm:spPr/>
    </dgm:pt>
    <dgm:pt modelId="{C5FA4993-24B5-49CC-99E0-F88D955DFC1B}" type="pres">
      <dgm:prSet presAssocID="{0F617CEC-F574-4D80-A2F0-4ADDDE4999F3}" presName="horz1" presStyleCnt="0"/>
      <dgm:spPr/>
    </dgm:pt>
    <dgm:pt modelId="{6BEE68B9-A6AA-4C5C-AF58-AADDCF22832E}" type="pres">
      <dgm:prSet presAssocID="{0F617CEC-F574-4D80-A2F0-4ADDDE4999F3}" presName="tx1" presStyleLbl="revTx" presStyleIdx="2" presStyleCnt="3"/>
      <dgm:spPr/>
    </dgm:pt>
    <dgm:pt modelId="{00E4CD19-3D60-48B5-BAF0-10F4FDFBDB28}" type="pres">
      <dgm:prSet presAssocID="{0F617CEC-F574-4D80-A2F0-4ADDDE4999F3}" presName="vert1" presStyleCnt="0"/>
      <dgm:spPr/>
    </dgm:pt>
  </dgm:ptLst>
  <dgm:cxnLst>
    <dgm:cxn modelId="{FCEF262E-BE35-4FE0-AF09-2B3C6DADF3B8}" type="presOf" srcId="{8ACA5301-B20C-4F96-8CC7-AF547A04845D}" destId="{78BC5F40-5438-4827-9EF3-5D3487DD0C89}" srcOrd="0" destOrd="0" presId="urn:microsoft.com/office/officeart/2008/layout/LinedList"/>
    <dgm:cxn modelId="{1187C473-3AF9-4902-9296-4751A124C535}" type="presOf" srcId="{0F617CEC-F574-4D80-A2F0-4ADDDE4999F3}" destId="{6BEE68B9-A6AA-4C5C-AF58-AADDCF22832E}" srcOrd="0" destOrd="0" presId="urn:microsoft.com/office/officeart/2008/layout/LinedList"/>
    <dgm:cxn modelId="{FF190875-8FF5-4F6C-BFC5-07D8A9285D6E}" srcId="{BDA87BBD-AFB6-4BB7-8734-EF1D0F410FE7}" destId="{91DF659D-E12B-4498-A498-653D3D2DF174}" srcOrd="1" destOrd="0" parTransId="{F5E6DA80-0CB5-48D7-A613-C1639E7BE5BD}" sibTransId="{C4385087-70B9-42AB-831F-3AF3E2D85C4E}"/>
    <dgm:cxn modelId="{7CFD55A2-97AD-4B28-A1E8-D7FD5D4F3E38}" srcId="{BDA87BBD-AFB6-4BB7-8734-EF1D0F410FE7}" destId="{0F617CEC-F574-4D80-A2F0-4ADDDE4999F3}" srcOrd="2" destOrd="0" parTransId="{9606C398-15C2-4FE3-A0B7-D243F18B6D14}" sibTransId="{DC36F449-6A48-4743-99AA-129B8E750781}"/>
    <dgm:cxn modelId="{0B557ACD-0DBF-47A3-A6C1-A3C8480D8AB9}" type="presOf" srcId="{91DF659D-E12B-4498-A498-653D3D2DF174}" destId="{952FA7C5-3720-4F55-ADEE-29C3FF173D0A}" srcOrd="0" destOrd="0" presId="urn:microsoft.com/office/officeart/2008/layout/LinedList"/>
    <dgm:cxn modelId="{674AC6D4-CC9E-4C87-BB37-A07199228048}" type="presOf" srcId="{BDA87BBD-AFB6-4BB7-8734-EF1D0F410FE7}" destId="{D1D27E7F-2A79-4071-935F-65FBE40EC02C}" srcOrd="0" destOrd="0" presId="urn:microsoft.com/office/officeart/2008/layout/LinedList"/>
    <dgm:cxn modelId="{D72578F8-1582-4BB7-9A08-93CE3EBB76F1}" srcId="{BDA87BBD-AFB6-4BB7-8734-EF1D0F410FE7}" destId="{8ACA5301-B20C-4F96-8CC7-AF547A04845D}" srcOrd="0" destOrd="0" parTransId="{065855CB-0520-45C4-8921-7FA1AC3E1BAB}" sibTransId="{E1F1888B-A216-4FAA-91A8-A56EC9002A69}"/>
    <dgm:cxn modelId="{FD425AA7-E68D-4D63-87BE-D71A702EA9F8}" type="presParOf" srcId="{D1D27E7F-2A79-4071-935F-65FBE40EC02C}" destId="{CE220698-C145-42FB-BD44-AC60D28861C5}" srcOrd="0" destOrd="0" presId="urn:microsoft.com/office/officeart/2008/layout/LinedList"/>
    <dgm:cxn modelId="{18E8B2D8-75E3-41EC-A535-16187F39EE6F}" type="presParOf" srcId="{D1D27E7F-2A79-4071-935F-65FBE40EC02C}" destId="{9C2D1A3F-F38C-4C46-92CC-8CAC35BD1223}" srcOrd="1" destOrd="0" presId="urn:microsoft.com/office/officeart/2008/layout/LinedList"/>
    <dgm:cxn modelId="{FCE80783-E12B-4ECB-B005-8955B6E4DFB4}" type="presParOf" srcId="{9C2D1A3F-F38C-4C46-92CC-8CAC35BD1223}" destId="{78BC5F40-5438-4827-9EF3-5D3487DD0C89}" srcOrd="0" destOrd="0" presId="urn:microsoft.com/office/officeart/2008/layout/LinedList"/>
    <dgm:cxn modelId="{62AC7785-7AB7-47E5-AE83-18E6CF3FB5E3}" type="presParOf" srcId="{9C2D1A3F-F38C-4C46-92CC-8CAC35BD1223}" destId="{5C37DC0F-C3BA-45DC-A980-1220B422A1B9}" srcOrd="1" destOrd="0" presId="urn:microsoft.com/office/officeart/2008/layout/LinedList"/>
    <dgm:cxn modelId="{5F47CCA6-BA2E-4B10-B22F-6C49ACF089F6}" type="presParOf" srcId="{D1D27E7F-2A79-4071-935F-65FBE40EC02C}" destId="{44EA4B17-E9E4-46FC-9106-73056046EF23}" srcOrd="2" destOrd="0" presId="urn:microsoft.com/office/officeart/2008/layout/LinedList"/>
    <dgm:cxn modelId="{1C17ACE5-1359-479C-965D-CE3D79B4057C}" type="presParOf" srcId="{D1D27E7F-2A79-4071-935F-65FBE40EC02C}" destId="{A6BF566C-4A52-4330-8D4F-A62E366321C4}" srcOrd="3" destOrd="0" presId="urn:microsoft.com/office/officeart/2008/layout/LinedList"/>
    <dgm:cxn modelId="{F03EBCCD-6FA9-4DBB-BA68-1C9BC8A39DDA}" type="presParOf" srcId="{A6BF566C-4A52-4330-8D4F-A62E366321C4}" destId="{952FA7C5-3720-4F55-ADEE-29C3FF173D0A}" srcOrd="0" destOrd="0" presId="urn:microsoft.com/office/officeart/2008/layout/LinedList"/>
    <dgm:cxn modelId="{B1062750-956E-4D4A-ABD3-4FFF5883712A}" type="presParOf" srcId="{A6BF566C-4A52-4330-8D4F-A62E366321C4}" destId="{BCFFF04B-DF50-4E9A-856B-BB62CD041E1B}" srcOrd="1" destOrd="0" presId="urn:microsoft.com/office/officeart/2008/layout/LinedList"/>
    <dgm:cxn modelId="{F888FB0D-CECC-4760-960B-23B2E433B527}" type="presParOf" srcId="{D1D27E7F-2A79-4071-935F-65FBE40EC02C}" destId="{D4BABDCC-5710-4210-A416-2CD9E319679D}" srcOrd="4" destOrd="0" presId="urn:microsoft.com/office/officeart/2008/layout/LinedList"/>
    <dgm:cxn modelId="{7D201C54-6B20-4AC6-B758-5E2340FEC074}" type="presParOf" srcId="{D1D27E7F-2A79-4071-935F-65FBE40EC02C}" destId="{C5FA4993-24B5-49CC-99E0-F88D955DFC1B}" srcOrd="5" destOrd="0" presId="urn:microsoft.com/office/officeart/2008/layout/LinedList"/>
    <dgm:cxn modelId="{A9AEB393-6095-401B-A238-08B7464D6008}" type="presParOf" srcId="{C5FA4993-24B5-49CC-99E0-F88D955DFC1B}" destId="{6BEE68B9-A6AA-4C5C-AF58-AADDCF22832E}" srcOrd="0" destOrd="0" presId="urn:microsoft.com/office/officeart/2008/layout/LinedList"/>
    <dgm:cxn modelId="{2C81CBA8-EBA5-4B25-9B55-1636F71DF8B6}" type="presParOf" srcId="{C5FA4993-24B5-49CC-99E0-F88D955DFC1B}" destId="{00E4CD19-3D60-48B5-BAF0-10F4FDFBDB2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3D1D862-4ADC-4D08-985C-4F1031E5112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68CD14E4-14EE-4ED1-805C-0E80DEFB2A6E}">
      <dgm:prSet/>
      <dgm:spPr/>
      <dgm:t>
        <a:bodyPr/>
        <a:lstStyle/>
        <a:p>
          <a:r>
            <a:rPr lang="en-US" u="sng"/>
            <a:t>Environmental scanning</a:t>
          </a:r>
          <a:r>
            <a:rPr lang="en-US"/>
            <a:t>: Searching for useful information, unavailable to most, sorting that information and interpreting what is important.</a:t>
          </a:r>
        </a:p>
      </dgm:t>
    </dgm:pt>
    <dgm:pt modelId="{A2CBAA25-17B6-4556-A18D-CB1ED17AB729}" type="parTrans" cxnId="{0D48B15A-CA4B-476C-B7C9-7BE46575637C}">
      <dgm:prSet/>
      <dgm:spPr/>
      <dgm:t>
        <a:bodyPr/>
        <a:lstStyle/>
        <a:p>
          <a:endParaRPr lang="en-US"/>
        </a:p>
      </dgm:t>
    </dgm:pt>
    <dgm:pt modelId="{4B9F72F3-26D0-4933-8387-DC2C27ADE3E0}" type="sibTrans" cxnId="{0D48B15A-CA4B-476C-B7C9-7BE46575637C}">
      <dgm:prSet/>
      <dgm:spPr/>
      <dgm:t>
        <a:bodyPr/>
        <a:lstStyle/>
        <a:p>
          <a:endParaRPr lang="en-US"/>
        </a:p>
      </dgm:t>
    </dgm:pt>
    <dgm:pt modelId="{A9F1C8BD-3F9A-4FA1-8B7A-3A0B10B98A26}">
      <dgm:prSet/>
      <dgm:spPr/>
      <dgm:t>
        <a:bodyPr/>
        <a:lstStyle/>
        <a:p>
          <a:r>
            <a:rPr lang="en-US" u="sng"/>
            <a:t>Competitive intelligence</a:t>
          </a:r>
          <a:r>
            <a:rPr lang="en-US"/>
            <a:t>: Information that helps managers determine how to compete better.</a:t>
          </a:r>
        </a:p>
      </dgm:t>
    </dgm:pt>
    <dgm:pt modelId="{E2CFD063-2EB6-47D2-A3D1-EA83518B05E0}" type="parTrans" cxnId="{A7C65E06-72F5-4E8B-810A-42AE480004C7}">
      <dgm:prSet/>
      <dgm:spPr/>
      <dgm:t>
        <a:bodyPr/>
        <a:lstStyle/>
        <a:p>
          <a:endParaRPr lang="en-US"/>
        </a:p>
      </dgm:t>
    </dgm:pt>
    <dgm:pt modelId="{947D223D-ABCC-4B8B-8720-0FCE79DA8F2C}" type="sibTrans" cxnId="{A7C65E06-72F5-4E8B-810A-42AE480004C7}">
      <dgm:prSet/>
      <dgm:spPr/>
      <dgm:t>
        <a:bodyPr/>
        <a:lstStyle/>
        <a:p>
          <a:endParaRPr lang="en-US"/>
        </a:p>
      </dgm:t>
    </dgm:pt>
    <dgm:pt modelId="{0B097327-0442-498E-8949-96854A99790F}" type="pres">
      <dgm:prSet presAssocID="{93D1D862-4ADC-4D08-985C-4F1031E5112D}" presName="vert0" presStyleCnt="0">
        <dgm:presLayoutVars>
          <dgm:dir/>
          <dgm:animOne val="branch"/>
          <dgm:animLvl val="lvl"/>
        </dgm:presLayoutVars>
      </dgm:prSet>
      <dgm:spPr/>
    </dgm:pt>
    <dgm:pt modelId="{08BE6C22-6660-449F-AD60-E060E6A0FAC3}" type="pres">
      <dgm:prSet presAssocID="{68CD14E4-14EE-4ED1-805C-0E80DEFB2A6E}" presName="thickLine" presStyleLbl="alignNode1" presStyleIdx="0" presStyleCnt="2"/>
      <dgm:spPr/>
    </dgm:pt>
    <dgm:pt modelId="{2AA227EF-B9DB-474C-AB9F-60AF630D021A}" type="pres">
      <dgm:prSet presAssocID="{68CD14E4-14EE-4ED1-805C-0E80DEFB2A6E}" presName="horz1" presStyleCnt="0"/>
      <dgm:spPr/>
    </dgm:pt>
    <dgm:pt modelId="{E25DF5CE-8775-46B9-A9EA-CBD9BA323B44}" type="pres">
      <dgm:prSet presAssocID="{68CD14E4-14EE-4ED1-805C-0E80DEFB2A6E}" presName="tx1" presStyleLbl="revTx" presStyleIdx="0" presStyleCnt="2"/>
      <dgm:spPr/>
    </dgm:pt>
    <dgm:pt modelId="{1E6A5BE0-C1B4-4D2F-881E-4C98ABA16273}" type="pres">
      <dgm:prSet presAssocID="{68CD14E4-14EE-4ED1-805C-0E80DEFB2A6E}" presName="vert1" presStyleCnt="0"/>
      <dgm:spPr/>
    </dgm:pt>
    <dgm:pt modelId="{B483E630-1584-4479-A066-07C851270A61}" type="pres">
      <dgm:prSet presAssocID="{A9F1C8BD-3F9A-4FA1-8B7A-3A0B10B98A26}" presName="thickLine" presStyleLbl="alignNode1" presStyleIdx="1" presStyleCnt="2"/>
      <dgm:spPr/>
    </dgm:pt>
    <dgm:pt modelId="{BE34638B-8E40-4CB3-A7BA-6A6F677EFC85}" type="pres">
      <dgm:prSet presAssocID="{A9F1C8BD-3F9A-4FA1-8B7A-3A0B10B98A26}" presName="horz1" presStyleCnt="0"/>
      <dgm:spPr/>
    </dgm:pt>
    <dgm:pt modelId="{74F5EB57-B779-42A2-AF38-68FA24D5A201}" type="pres">
      <dgm:prSet presAssocID="{A9F1C8BD-3F9A-4FA1-8B7A-3A0B10B98A26}" presName="tx1" presStyleLbl="revTx" presStyleIdx="1" presStyleCnt="2"/>
      <dgm:spPr/>
    </dgm:pt>
    <dgm:pt modelId="{ED59EE12-F5D5-40AC-8475-FFAF5DD64A68}" type="pres">
      <dgm:prSet presAssocID="{A9F1C8BD-3F9A-4FA1-8B7A-3A0B10B98A26}" presName="vert1" presStyleCnt="0"/>
      <dgm:spPr/>
    </dgm:pt>
  </dgm:ptLst>
  <dgm:cxnLst>
    <dgm:cxn modelId="{A7C65E06-72F5-4E8B-810A-42AE480004C7}" srcId="{93D1D862-4ADC-4D08-985C-4F1031E5112D}" destId="{A9F1C8BD-3F9A-4FA1-8B7A-3A0B10B98A26}" srcOrd="1" destOrd="0" parTransId="{E2CFD063-2EB6-47D2-A3D1-EA83518B05E0}" sibTransId="{947D223D-ABCC-4B8B-8720-0FCE79DA8F2C}"/>
    <dgm:cxn modelId="{7C71A412-4395-444D-BF60-3ABD021EB131}" type="presOf" srcId="{A9F1C8BD-3F9A-4FA1-8B7A-3A0B10B98A26}" destId="{74F5EB57-B779-42A2-AF38-68FA24D5A201}" srcOrd="0" destOrd="0" presId="urn:microsoft.com/office/officeart/2008/layout/LinedList"/>
    <dgm:cxn modelId="{9E40ED50-8984-4EE4-A0C1-46D4CD3A085E}" type="presOf" srcId="{68CD14E4-14EE-4ED1-805C-0E80DEFB2A6E}" destId="{E25DF5CE-8775-46B9-A9EA-CBD9BA323B44}" srcOrd="0" destOrd="0" presId="urn:microsoft.com/office/officeart/2008/layout/LinedList"/>
    <dgm:cxn modelId="{0D48B15A-CA4B-476C-B7C9-7BE46575637C}" srcId="{93D1D862-4ADC-4D08-985C-4F1031E5112D}" destId="{68CD14E4-14EE-4ED1-805C-0E80DEFB2A6E}" srcOrd="0" destOrd="0" parTransId="{A2CBAA25-17B6-4556-A18D-CB1ED17AB729}" sibTransId="{4B9F72F3-26D0-4933-8387-DC2C27ADE3E0}"/>
    <dgm:cxn modelId="{3E452ABA-F458-444C-9B8E-8FD34ECA619C}" type="presOf" srcId="{93D1D862-4ADC-4D08-985C-4F1031E5112D}" destId="{0B097327-0442-498E-8949-96854A99790F}" srcOrd="0" destOrd="0" presId="urn:microsoft.com/office/officeart/2008/layout/LinedList"/>
    <dgm:cxn modelId="{7E4EDAAA-D11A-4D36-91E7-5BE199DE1B06}" type="presParOf" srcId="{0B097327-0442-498E-8949-96854A99790F}" destId="{08BE6C22-6660-449F-AD60-E060E6A0FAC3}" srcOrd="0" destOrd="0" presId="urn:microsoft.com/office/officeart/2008/layout/LinedList"/>
    <dgm:cxn modelId="{9BDEABFA-64C0-44DF-98A8-E2244F89BEBA}" type="presParOf" srcId="{0B097327-0442-498E-8949-96854A99790F}" destId="{2AA227EF-B9DB-474C-AB9F-60AF630D021A}" srcOrd="1" destOrd="0" presId="urn:microsoft.com/office/officeart/2008/layout/LinedList"/>
    <dgm:cxn modelId="{361B52AF-6ECF-4D93-808D-D0BA96BB3BFE}" type="presParOf" srcId="{2AA227EF-B9DB-474C-AB9F-60AF630D021A}" destId="{E25DF5CE-8775-46B9-A9EA-CBD9BA323B44}" srcOrd="0" destOrd="0" presId="urn:microsoft.com/office/officeart/2008/layout/LinedList"/>
    <dgm:cxn modelId="{346A44A9-D414-4D9B-9D33-5B95D1A30506}" type="presParOf" srcId="{2AA227EF-B9DB-474C-AB9F-60AF630D021A}" destId="{1E6A5BE0-C1B4-4D2F-881E-4C98ABA16273}" srcOrd="1" destOrd="0" presId="urn:microsoft.com/office/officeart/2008/layout/LinedList"/>
    <dgm:cxn modelId="{64E4E379-C819-4946-80CE-5D722787429A}" type="presParOf" srcId="{0B097327-0442-498E-8949-96854A99790F}" destId="{B483E630-1584-4479-A066-07C851270A61}" srcOrd="2" destOrd="0" presId="urn:microsoft.com/office/officeart/2008/layout/LinedList"/>
    <dgm:cxn modelId="{3E1E85DB-5C73-489A-90F9-B9864F13A634}" type="presParOf" srcId="{0B097327-0442-498E-8949-96854A99790F}" destId="{BE34638B-8E40-4CB3-A7BA-6A6F677EFC85}" srcOrd="3" destOrd="0" presId="urn:microsoft.com/office/officeart/2008/layout/LinedList"/>
    <dgm:cxn modelId="{F14B066C-2901-448B-B210-F0B620390C0D}" type="presParOf" srcId="{BE34638B-8E40-4CB3-A7BA-6A6F677EFC85}" destId="{74F5EB57-B779-42A2-AF38-68FA24D5A201}" srcOrd="0" destOrd="0" presId="urn:microsoft.com/office/officeart/2008/layout/LinedList"/>
    <dgm:cxn modelId="{3988FE58-3E79-445F-9EF5-1AB8324DB337}" type="presParOf" srcId="{BE34638B-8E40-4CB3-A7BA-6A6F677EFC85}" destId="{ED59EE12-F5D5-40AC-8475-FFAF5DD64A6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F8D3DC9-6B12-447D-AA70-06E390666CE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A05FE5D-0F3F-4AA8-8F79-2BBFDC9C2F6C}">
      <dgm:prSet/>
      <dgm:spPr/>
      <dgm:t>
        <a:bodyPr/>
        <a:lstStyle/>
        <a:p>
          <a:r>
            <a:rPr lang="en-US" dirty="0"/>
            <a:t>The process of comparing an organization’s practices and technologies with those of other companies.</a:t>
          </a:r>
        </a:p>
      </dgm:t>
    </dgm:pt>
    <dgm:pt modelId="{EEFAE3DA-E068-4D3B-8516-E85EDB0DA29B}" type="parTrans" cxnId="{D1521014-82ED-4BDA-B36B-F292F5B51DE9}">
      <dgm:prSet/>
      <dgm:spPr/>
      <dgm:t>
        <a:bodyPr/>
        <a:lstStyle/>
        <a:p>
          <a:endParaRPr lang="en-US"/>
        </a:p>
      </dgm:t>
    </dgm:pt>
    <dgm:pt modelId="{3F6676B5-48E0-429A-B07D-680D7D73E38C}" type="sibTrans" cxnId="{D1521014-82ED-4BDA-B36B-F292F5B51DE9}">
      <dgm:prSet/>
      <dgm:spPr/>
      <dgm:t>
        <a:bodyPr/>
        <a:lstStyle/>
        <a:p>
          <a:endParaRPr lang="en-US"/>
        </a:p>
      </dgm:t>
    </dgm:pt>
    <dgm:pt modelId="{7EA95385-DD5C-4311-BB47-559BD2D9B342}">
      <dgm:prSet/>
      <dgm:spPr/>
      <dgm:t>
        <a:bodyPr/>
        <a:lstStyle/>
        <a:p>
          <a:r>
            <a:rPr lang="en-US"/>
            <a:t>Identifying the best-in-class performance by one or more companies in a given area and comparing your processes to their processes.</a:t>
          </a:r>
        </a:p>
      </dgm:t>
    </dgm:pt>
    <dgm:pt modelId="{0EFE8651-ACEA-47F1-A607-E15CDC53D554}" type="parTrans" cxnId="{DD6EE510-746C-4975-AF1E-797A651D9DFC}">
      <dgm:prSet/>
      <dgm:spPr/>
      <dgm:t>
        <a:bodyPr/>
        <a:lstStyle/>
        <a:p>
          <a:endParaRPr lang="en-US"/>
        </a:p>
      </dgm:t>
    </dgm:pt>
    <dgm:pt modelId="{6A4E293D-4969-4986-9B88-8CBBD69A4A2F}" type="sibTrans" cxnId="{DD6EE510-746C-4975-AF1E-797A651D9DFC}">
      <dgm:prSet/>
      <dgm:spPr/>
      <dgm:t>
        <a:bodyPr/>
        <a:lstStyle/>
        <a:p>
          <a:endParaRPr lang="en-US"/>
        </a:p>
      </dgm:t>
    </dgm:pt>
    <dgm:pt modelId="{BCF04AFE-12CB-4533-A523-38D5E854B590}" type="pres">
      <dgm:prSet presAssocID="{3F8D3DC9-6B12-447D-AA70-06E390666CE2}" presName="root" presStyleCnt="0">
        <dgm:presLayoutVars>
          <dgm:dir/>
          <dgm:resizeHandles val="exact"/>
        </dgm:presLayoutVars>
      </dgm:prSet>
      <dgm:spPr/>
    </dgm:pt>
    <dgm:pt modelId="{997C8496-2E31-4D76-8611-8025017D4CFD}" type="pres">
      <dgm:prSet presAssocID="{CA05FE5D-0F3F-4AA8-8F79-2BBFDC9C2F6C}" presName="compNode" presStyleCnt="0"/>
      <dgm:spPr/>
    </dgm:pt>
    <dgm:pt modelId="{BF3F65D5-755E-4CBF-B540-D328007F2ACF}" type="pres">
      <dgm:prSet presAssocID="{CA05FE5D-0F3F-4AA8-8F79-2BBFDC9C2F6C}" presName="bgRect" presStyleLbl="bgShp" presStyleIdx="0" presStyleCnt="2"/>
      <dgm:spPr/>
    </dgm:pt>
    <dgm:pt modelId="{AF19329C-D197-4E08-AAD0-3D225ADC9A60}" type="pres">
      <dgm:prSet presAssocID="{CA05FE5D-0F3F-4AA8-8F79-2BBFDC9C2F6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EDA4E2E5-CE2C-49A7-B891-2522DB6128CE}" type="pres">
      <dgm:prSet presAssocID="{CA05FE5D-0F3F-4AA8-8F79-2BBFDC9C2F6C}" presName="spaceRect" presStyleCnt="0"/>
      <dgm:spPr/>
    </dgm:pt>
    <dgm:pt modelId="{0E957E8C-17D7-47A3-A6F7-296DB364A61D}" type="pres">
      <dgm:prSet presAssocID="{CA05FE5D-0F3F-4AA8-8F79-2BBFDC9C2F6C}" presName="parTx" presStyleLbl="revTx" presStyleIdx="0" presStyleCnt="2">
        <dgm:presLayoutVars>
          <dgm:chMax val="0"/>
          <dgm:chPref val="0"/>
        </dgm:presLayoutVars>
      </dgm:prSet>
      <dgm:spPr/>
    </dgm:pt>
    <dgm:pt modelId="{B223ED38-F151-401D-851C-C906261F5432}" type="pres">
      <dgm:prSet presAssocID="{3F6676B5-48E0-429A-B07D-680D7D73E38C}" presName="sibTrans" presStyleCnt="0"/>
      <dgm:spPr/>
    </dgm:pt>
    <dgm:pt modelId="{5D2EAB16-9C32-4DC7-B5BC-1EE9B37B21B8}" type="pres">
      <dgm:prSet presAssocID="{7EA95385-DD5C-4311-BB47-559BD2D9B342}" presName="compNode" presStyleCnt="0"/>
      <dgm:spPr/>
    </dgm:pt>
    <dgm:pt modelId="{C3B79388-2BEC-4A19-B610-6F01588FFC16}" type="pres">
      <dgm:prSet presAssocID="{7EA95385-DD5C-4311-BB47-559BD2D9B342}" presName="bgRect" presStyleLbl="bgShp" presStyleIdx="1" presStyleCnt="2"/>
      <dgm:spPr/>
    </dgm:pt>
    <dgm:pt modelId="{2F612A1E-03FE-4038-855C-8918C868D6EB}" type="pres">
      <dgm:prSet presAssocID="{7EA95385-DD5C-4311-BB47-559BD2D9B34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006A8DDF-872E-4806-BB9B-6BB0DBDE1466}" type="pres">
      <dgm:prSet presAssocID="{7EA95385-DD5C-4311-BB47-559BD2D9B342}" presName="spaceRect" presStyleCnt="0"/>
      <dgm:spPr/>
    </dgm:pt>
    <dgm:pt modelId="{5794F256-C490-49EA-8D2C-411B76199B1F}" type="pres">
      <dgm:prSet presAssocID="{7EA95385-DD5C-4311-BB47-559BD2D9B342}" presName="parTx" presStyleLbl="revTx" presStyleIdx="1" presStyleCnt="2">
        <dgm:presLayoutVars>
          <dgm:chMax val="0"/>
          <dgm:chPref val="0"/>
        </dgm:presLayoutVars>
      </dgm:prSet>
      <dgm:spPr/>
    </dgm:pt>
  </dgm:ptLst>
  <dgm:cxnLst>
    <dgm:cxn modelId="{DD6EE510-746C-4975-AF1E-797A651D9DFC}" srcId="{3F8D3DC9-6B12-447D-AA70-06E390666CE2}" destId="{7EA95385-DD5C-4311-BB47-559BD2D9B342}" srcOrd="1" destOrd="0" parTransId="{0EFE8651-ACEA-47F1-A607-E15CDC53D554}" sibTransId="{6A4E293D-4969-4986-9B88-8CBBD69A4A2F}"/>
    <dgm:cxn modelId="{D1521014-82ED-4BDA-B36B-F292F5B51DE9}" srcId="{3F8D3DC9-6B12-447D-AA70-06E390666CE2}" destId="{CA05FE5D-0F3F-4AA8-8F79-2BBFDC9C2F6C}" srcOrd="0" destOrd="0" parTransId="{EEFAE3DA-E068-4D3B-8516-E85EDB0DA29B}" sibTransId="{3F6676B5-48E0-429A-B07D-680D7D73E38C}"/>
    <dgm:cxn modelId="{07B0FF1F-5109-4857-9842-3140F4392967}" type="presOf" srcId="{CA05FE5D-0F3F-4AA8-8F79-2BBFDC9C2F6C}" destId="{0E957E8C-17D7-47A3-A6F7-296DB364A61D}" srcOrd="0" destOrd="0" presId="urn:microsoft.com/office/officeart/2018/2/layout/IconVerticalSolidList"/>
    <dgm:cxn modelId="{7A55643E-5855-4E0D-93FA-89E52ADD0EBA}" type="presOf" srcId="{7EA95385-DD5C-4311-BB47-559BD2D9B342}" destId="{5794F256-C490-49EA-8D2C-411B76199B1F}" srcOrd="0" destOrd="0" presId="urn:microsoft.com/office/officeart/2018/2/layout/IconVerticalSolidList"/>
    <dgm:cxn modelId="{EC55CEA3-074D-4B2B-BCEE-3C5C1DC0853A}" type="presOf" srcId="{3F8D3DC9-6B12-447D-AA70-06E390666CE2}" destId="{BCF04AFE-12CB-4533-A523-38D5E854B590}" srcOrd="0" destOrd="0" presId="urn:microsoft.com/office/officeart/2018/2/layout/IconVerticalSolidList"/>
    <dgm:cxn modelId="{130BD797-08A2-4BD4-B17E-AE609BA5EF37}" type="presParOf" srcId="{BCF04AFE-12CB-4533-A523-38D5E854B590}" destId="{997C8496-2E31-4D76-8611-8025017D4CFD}" srcOrd="0" destOrd="0" presId="urn:microsoft.com/office/officeart/2018/2/layout/IconVerticalSolidList"/>
    <dgm:cxn modelId="{26179053-E69D-4987-B784-1DE06E01BC8E}" type="presParOf" srcId="{997C8496-2E31-4D76-8611-8025017D4CFD}" destId="{BF3F65D5-755E-4CBF-B540-D328007F2ACF}" srcOrd="0" destOrd="0" presId="urn:microsoft.com/office/officeart/2018/2/layout/IconVerticalSolidList"/>
    <dgm:cxn modelId="{2EDD6E8B-2791-45F0-B8B3-16C080142437}" type="presParOf" srcId="{997C8496-2E31-4D76-8611-8025017D4CFD}" destId="{AF19329C-D197-4E08-AAD0-3D225ADC9A60}" srcOrd="1" destOrd="0" presId="urn:microsoft.com/office/officeart/2018/2/layout/IconVerticalSolidList"/>
    <dgm:cxn modelId="{87E5A74A-8CB1-4E0A-A506-07FF9A28D967}" type="presParOf" srcId="{997C8496-2E31-4D76-8611-8025017D4CFD}" destId="{EDA4E2E5-CE2C-49A7-B891-2522DB6128CE}" srcOrd="2" destOrd="0" presId="urn:microsoft.com/office/officeart/2018/2/layout/IconVerticalSolidList"/>
    <dgm:cxn modelId="{7A7C3EBB-93BC-4C8E-BEAB-822350AEBFFC}" type="presParOf" srcId="{997C8496-2E31-4D76-8611-8025017D4CFD}" destId="{0E957E8C-17D7-47A3-A6F7-296DB364A61D}" srcOrd="3" destOrd="0" presId="urn:microsoft.com/office/officeart/2018/2/layout/IconVerticalSolidList"/>
    <dgm:cxn modelId="{45A84399-5B3A-4291-9250-58C2ECA66815}" type="presParOf" srcId="{BCF04AFE-12CB-4533-A523-38D5E854B590}" destId="{B223ED38-F151-401D-851C-C906261F5432}" srcOrd="1" destOrd="0" presId="urn:microsoft.com/office/officeart/2018/2/layout/IconVerticalSolidList"/>
    <dgm:cxn modelId="{07CB0DD5-A2A6-462D-91EB-C3D3F7E893E0}" type="presParOf" srcId="{BCF04AFE-12CB-4533-A523-38D5E854B590}" destId="{5D2EAB16-9C32-4DC7-B5BC-1EE9B37B21B8}" srcOrd="2" destOrd="0" presId="urn:microsoft.com/office/officeart/2018/2/layout/IconVerticalSolidList"/>
    <dgm:cxn modelId="{861B3258-104D-495F-9F84-3365BF3125D2}" type="presParOf" srcId="{5D2EAB16-9C32-4DC7-B5BC-1EE9B37B21B8}" destId="{C3B79388-2BEC-4A19-B610-6F01588FFC16}" srcOrd="0" destOrd="0" presId="urn:microsoft.com/office/officeart/2018/2/layout/IconVerticalSolidList"/>
    <dgm:cxn modelId="{A10DA829-DC3F-48DA-BC9A-32CC6193D7BB}" type="presParOf" srcId="{5D2EAB16-9C32-4DC7-B5BC-1EE9B37B21B8}" destId="{2F612A1E-03FE-4038-855C-8918C868D6EB}" srcOrd="1" destOrd="0" presId="urn:microsoft.com/office/officeart/2018/2/layout/IconVerticalSolidList"/>
    <dgm:cxn modelId="{8D695275-1C88-47CB-AC50-E69258A9DF30}" type="presParOf" srcId="{5D2EAB16-9C32-4DC7-B5BC-1EE9B37B21B8}" destId="{006A8DDF-872E-4806-BB9B-6BB0DBDE1466}" srcOrd="2" destOrd="0" presId="urn:microsoft.com/office/officeart/2018/2/layout/IconVerticalSolidList"/>
    <dgm:cxn modelId="{3497C596-15D0-4F82-861E-1AD818180DFF}" type="presParOf" srcId="{5D2EAB16-9C32-4DC7-B5BC-1EE9B37B21B8}" destId="{5794F256-C490-49EA-8D2C-411B76199B1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60DBCE8-DDF3-475D-8549-2728A5E9EDC9}" type="doc">
      <dgm:prSet loTypeId="urn:microsoft.com/office/officeart/2005/8/layout/hierarchy1" loCatId="hierarchy" qsTypeId="urn:microsoft.com/office/officeart/2005/8/quickstyle/simple2" qsCatId="simple" csTypeId="urn:microsoft.com/office/officeart/2005/8/colors/accent1_2" csCatId="accent1"/>
      <dgm:spPr/>
      <dgm:t>
        <a:bodyPr/>
        <a:lstStyle/>
        <a:p>
          <a:endParaRPr lang="en-US"/>
        </a:p>
      </dgm:t>
    </dgm:pt>
    <dgm:pt modelId="{48C79FDE-C0A8-45B8-9EED-C739817D5FBE}">
      <dgm:prSet/>
      <dgm:spPr/>
      <dgm:t>
        <a:bodyPr/>
        <a:lstStyle/>
        <a:p>
          <a:r>
            <a:rPr lang="en-US" u="sng"/>
            <a:t>Independent strategies</a:t>
          </a:r>
          <a:r>
            <a:rPr lang="en-US"/>
            <a:t>: Strategies that an organization acting on its own uses to change some aspect of its current environment.</a:t>
          </a:r>
        </a:p>
      </dgm:t>
    </dgm:pt>
    <dgm:pt modelId="{7AD840B2-438A-42A7-89A0-55B03B287CA6}" type="parTrans" cxnId="{3749CDE1-DE6B-441D-BF9F-0489ADE27C61}">
      <dgm:prSet/>
      <dgm:spPr/>
      <dgm:t>
        <a:bodyPr/>
        <a:lstStyle/>
        <a:p>
          <a:endParaRPr lang="en-US"/>
        </a:p>
      </dgm:t>
    </dgm:pt>
    <dgm:pt modelId="{5FE14E5D-6A27-4783-9CFA-57C6B3DCBD1F}" type="sibTrans" cxnId="{3749CDE1-DE6B-441D-BF9F-0489ADE27C61}">
      <dgm:prSet/>
      <dgm:spPr/>
      <dgm:t>
        <a:bodyPr/>
        <a:lstStyle/>
        <a:p>
          <a:endParaRPr lang="en-US"/>
        </a:p>
      </dgm:t>
    </dgm:pt>
    <dgm:pt modelId="{9E2463DE-3F8C-4A26-B7A0-7D7AC1C69B36}">
      <dgm:prSet/>
      <dgm:spPr/>
      <dgm:t>
        <a:bodyPr/>
        <a:lstStyle/>
        <a:p>
          <a:r>
            <a:rPr lang="en-US" u="sng"/>
            <a:t>Cooperative strategies</a:t>
          </a:r>
          <a:r>
            <a:rPr lang="en-US"/>
            <a:t>: Strategies used by two or more organizations working together to manage the external environment.</a:t>
          </a:r>
        </a:p>
      </dgm:t>
    </dgm:pt>
    <dgm:pt modelId="{B11D1704-BE8D-4B74-ABDC-9845D3B8C83D}" type="parTrans" cxnId="{72C360EF-46B2-4299-A04E-A10818189C40}">
      <dgm:prSet/>
      <dgm:spPr/>
      <dgm:t>
        <a:bodyPr/>
        <a:lstStyle/>
        <a:p>
          <a:endParaRPr lang="en-US"/>
        </a:p>
      </dgm:t>
    </dgm:pt>
    <dgm:pt modelId="{DF8A9DC8-E361-4E54-A412-4FE9171E5C8F}" type="sibTrans" cxnId="{72C360EF-46B2-4299-A04E-A10818189C40}">
      <dgm:prSet/>
      <dgm:spPr/>
      <dgm:t>
        <a:bodyPr/>
        <a:lstStyle/>
        <a:p>
          <a:endParaRPr lang="en-US"/>
        </a:p>
      </dgm:t>
    </dgm:pt>
    <dgm:pt modelId="{0FDEC3EF-7184-4C5A-B582-3F25EADA6B71}" type="pres">
      <dgm:prSet presAssocID="{A60DBCE8-DDF3-475D-8549-2728A5E9EDC9}" presName="hierChild1" presStyleCnt="0">
        <dgm:presLayoutVars>
          <dgm:chPref val="1"/>
          <dgm:dir/>
          <dgm:animOne val="branch"/>
          <dgm:animLvl val="lvl"/>
          <dgm:resizeHandles/>
        </dgm:presLayoutVars>
      </dgm:prSet>
      <dgm:spPr/>
    </dgm:pt>
    <dgm:pt modelId="{56E0C262-C235-4629-B655-7FA83992CD0A}" type="pres">
      <dgm:prSet presAssocID="{48C79FDE-C0A8-45B8-9EED-C739817D5FBE}" presName="hierRoot1" presStyleCnt="0"/>
      <dgm:spPr/>
    </dgm:pt>
    <dgm:pt modelId="{9D4FD6E5-C019-4DA3-9985-DA0B718B2CDB}" type="pres">
      <dgm:prSet presAssocID="{48C79FDE-C0A8-45B8-9EED-C739817D5FBE}" presName="composite" presStyleCnt="0"/>
      <dgm:spPr/>
    </dgm:pt>
    <dgm:pt modelId="{6C6CE808-B8DF-4739-B152-12D99CC7511F}" type="pres">
      <dgm:prSet presAssocID="{48C79FDE-C0A8-45B8-9EED-C739817D5FBE}" presName="background" presStyleLbl="node0" presStyleIdx="0" presStyleCnt="2"/>
      <dgm:spPr/>
    </dgm:pt>
    <dgm:pt modelId="{0A376F2A-A5E7-46C7-AE18-240D9DDF5AF1}" type="pres">
      <dgm:prSet presAssocID="{48C79FDE-C0A8-45B8-9EED-C739817D5FBE}" presName="text" presStyleLbl="fgAcc0" presStyleIdx="0" presStyleCnt="2">
        <dgm:presLayoutVars>
          <dgm:chPref val="3"/>
        </dgm:presLayoutVars>
      </dgm:prSet>
      <dgm:spPr/>
    </dgm:pt>
    <dgm:pt modelId="{D3137D66-9370-4EC1-860F-B8E57E5DD284}" type="pres">
      <dgm:prSet presAssocID="{48C79FDE-C0A8-45B8-9EED-C739817D5FBE}" presName="hierChild2" presStyleCnt="0"/>
      <dgm:spPr/>
    </dgm:pt>
    <dgm:pt modelId="{E76A2B58-11EE-4B02-8359-36A391DDC7E8}" type="pres">
      <dgm:prSet presAssocID="{9E2463DE-3F8C-4A26-B7A0-7D7AC1C69B36}" presName="hierRoot1" presStyleCnt="0"/>
      <dgm:spPr/>
    </dgm:pt>
    <dgm:pt modelId="{ABDD3815-55D2-45D7-86CA-51B7B39DC45E}" type="pres">
      <dgm:prSet presAssocID="{9E2463DE-3F8C-4A26-B7A0-7D7AC1C69B36}" presName="composite" presStyleCnt="0"/>
      <dgm:spPr/>
    </dgm:pt>
    <dgm:pt modelId="{6A150123-BDC3-4C9C-9B90-81D1F13BDE96}" type="pres">
      <dgm:prSet presAssocID="{9E2463DE-3F8C-4A26-B7A0-7D7AC1C69B36}" presName="background" presStyleLbl="node0" presStyleIdx="1" presStyleCnt="2"/>
      <dgm:spPr/>
    </dgm:pt>
    <dgm:pt modelId="{FF7B3F6A-BD0E-44AB-B23A-E04BBA4ED2BF}" type="pres">
      <dgm:prSet presAssocID="{9E2463DE-3F8C-4A26-B7A0-7D7AC1C69B36}" presName="text" presStyleLbl="fgAcc0" presStyleIdx="1" presStyleCnt="2">
        <dgm:presLayoutVars>
          <dgm:chPref val="3"/>
        </dgm:presLayoutVars>
      </dgm:prSet>
      <dgm:spPr/>
    </dgm:pt>
    <dgm:pt modelId="{163E89DD-688E-448E-BC05-362294D2DBFA}" type="pres">
      <dgm:prSet presAssocID="{9E2463DE-3F8C-4A26-B7A0-7D7AC1C69B36}" presName="hierChild2" presStyleCnt="0"/>
      <dgm:spPr/>
    </dgm:pt>
  </dgm:ptLst>
  <dgm:cxnLst>
    <dgm:cxn modelId="{DFC28900-244E-4F83-9DC7-881BF4430954}" type="presOf" srcId="{A60DBCE8-DDF3-475D-8549-2728A5E9EDC9}" destId="{0FDEC3EF-7184-4C5A-B582-3F25EADA6B71}" srcOrd="0" destOrd="0" presId="urn:microsoft.com/office/officeart/2005/8/layout/hierarchy1"/>
    <dgm:cxn modelId="{058C150D-9BF8-4CE6-A3DE-490DA4D24687}" type="presOf" srcId="{9E2463DE-3F8C-4A26-B7A0-7D7AC1C69B36}" destId="{FF7B3F6A-BD0E-44AB-B23A-E04BBA4ED2BF}" srcOrd="0" destOrd="0" presId="urn:microsoft.com/office/officeart/2005/8/layout/hierarchy1"/>
    <dgm:cxn modelId="{29ABBD79-10EE-4DA8-AFD8-0A7DC1557B66}" type="presOf" srcId="{48C79FDE-C0A8-45B8-9EED-C739817D5FBE}" destId="{0A376F2A-A5E7-46C7-AE18-240D9DDF5AF1}" srcOrd="0" destOrd="0" presId="urn:microsoft.com/office/officeart/2005/8/layout/hierarchy1"/>
    <dgm:cxn modelId="{3749CDE1-DE6B-441D-BF9F-0489ADE27C61}" srcId="{A60DBCE8-DDF3-475D-8549-2728A5E9EDC9}" destId="{48C79FDE-C0A8-45B8-9EED-C739817D5FBE}" srcOrd="0" destOrd="0" parTransId="{7AD840B2-438A-42A7-89A0-55B03B287CA6}" sibTransId="{5FE14E5D-6A27-4783-9CFA-57C6B3DCBD1F}"/>
    <dgm:cxn modelId="{72C360EF-46B2-4299-A04E-A10818189C40}" srcId="{A60DBCE8-DDF3-475D-8549-2728A5E9EDC9}" destId="{9E2463DE-3F8C-4A26-B7A0-7D7AC1C69B36}" srcOrd="1" destOrd="0" parTransId="{B11D1704-BE8D-4B74-ABDC-9845D3B8C83D}" sibTransId="{DF8A9DC8-E361-4E54-A412-4FE9171E5C8F}"/>
    <dgm:cxn modelId="{DE671CAE-B5B5-4535-B4F2-6C0CE08FD378}" type="presParOf" srcId="{0FDEC3EF-7184-4C5A-B582-3F25EADA6B71}" destId="{56E0C262-C235-4629-B655-7FA83992CD0A}" srcOrd="0" destOrd="0" presId="urn:microsoft.com/office/officeart/2005/8/layout/hierarchy1"/>
    <dgm:cxn modelId="{65A9CA6E-6481-4EAC-BF2A-801901343196}" type="presParOf" srcId="{56E0C262-C235-4629-B655-7FA83992CD0A}" destId="{9D4FD6E5-C019-4DA3-9985-DA0B718B2CDB}" srcOrd="0" destOrd="0" presId="urn:microsoft.com/office/officeart/2005/8/layout/hierarchy1"/>
    <dgm:cxn modelId="{A3C7881A-ACE4-48D1-9BB2-0839F58FEB07}" type="presParOf" srcId="{9D4FD6E5-C019-4DA3-9985-DA0B718B2CDB}" destId="{6C6CE808-B8DF-4739-B152-12D99CC7511F}" srcOrd="0" destOrd="0" presId="urn:microsoft.com/office/officeart/2005/8/layout/hierarchy1"/>
    <dgm:cxn modelId="{884606B5-76D0-4834-B8BF-60627B814DBC}" type="presParOf" srcId="{9D4FD6E5-C019-4DA3-9985-DA0B718B2CDB}" destId="{0A376F2A-A5E7-46C7-AE18-240D9DDF5AF1}" srcOrd="1" destOrd="0" presId="urn:microsoft.com/office/officeart/2005/8/layout/hierarchy1"/>
    <dgm:cxn modelId="{79C97B54-03E4-4DDF-960E-0CFE18620CFA}" type="presParOf" srcId="{56E0C262-C235-4629-B655-7FA83992CD0A}" destId="{D3137D66-9370-4EC1-860F-B8E57E5DD284}" srcOrd="1" destOrd="0" presId="urn:microsoft.com/office/officeart/2005/8/layout/hierarchy1"/>
    <dgm:cxn modelId="{E3040395-7657-4A4D-B10B-E9981526BE90}" type="presParOf" srcId="{0FDEC3EF-7184-4C5A-B582-3F25EADA6B71}" destId="{E76A2B58-11EE-4B02-8359-36A391DDC7E8}" srcOrd="1" destOrd="0" presId="urn:microsoft.com/office/officeart/2005/8/layout/hierarchy1"/>
    <dgm:cxn modelId="{6E38D3BA-5C8C-4C82-8B95-5FCA7FCA5938}" type="presParOf" srcId="{E76A2B58-11EE-4B02-8359-36A391DDC7E8}" destId="{ABDD3815-55D2-45D7-86CA-51B7B39DC45E}" srcOrd="0" destOrd="0" presId="urn:microsoft.com/office/officeart/2005/8/layout/hierarchy1"/>
    <dgm:cxn modelId="{F7244243-9A18-4208-B454-45CA388F060B}" type="presParOf" srcId="{ABDD3815-55D2-45D7-86CA-51B7B39DC45E}" destId="{6A150123-BDC3-4C9C-9B90-81D1F13BDE96}" srcOrd="0" destOrd="0" presId="urn:microsoft.com/office/officeart/2005/8/layout/hierarchy1"/>
    <dgm:cxn modelId="{54053899-FA12-48F7-B60F-018A95AAB311}" type="presParOf" srcId="{ABDD3815-55D2-45D7-86CA-51B7B39DC45E}" destId="{FF7B3F6A-BD0E-44AB-B23A-E04BBA4ED2BF}" srcOrd="1" destOrd="0" presId="urn:microsoft.com/office/officeart/2005/8/layout/hierarchy1"/>
    <dgm:cxn modelId="{08653878-FB6E-4677-AD50-62FE3B68A30F}" type="presParOf" srcId="{E76A2B58-11EE-4B02-8359-36A391DDC7E8}" destId="{163E89DD-688E-448E-BC05-362294D2DBF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898BE09-2993-4B69-9E95-0AC3AC0DA91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AFDAC6D-B7EA-4B4F-8788-17FAEC501181}">
      <dgm:prSet/>
      <dgm:spPr/>
      <dgm:t>
        <a:bodyPr/>
        <a:lstStyle/>
        <a:p>
          <a:pPr>
            <a:lnSpc>
              <a:spcPct val="100000"/>
            </a:lnSpc>
          </a:pPr>
          <a:r>
            <a:rPr lang="en-US"/>
            <a:t>Considerations in managing external environment:</a:t>
          </a:r>
        </a:p>
      </dgm:t>
    </dgm:pt>
    <dgm:pt modelId="{0C15B795-2C34-4AC2-9F9C-4FE0217945C7}" type="parTrans" cxnId="{099BF6E7-0D0F-483D-80DA-C65D24CCC90D}">
      <dgm:prSet/>
      <dgm:spPr/>
      <dgm:t>
        <a:bodyPr/>
        <a:lstStyle/>
        <a:p>
          <a:endParaRPr lang="en-US"/>
        </a:p>
      </dgm:t>
    </dgm:pt>
    <dgm:pt modelId="{D80C6215-C147-4066-B121-0A71167316D4}" type="sibTrans" cxnId="{099BF6E7-0D0F-483D-80DA-C65D24CCC90D}">
      <dgm:prSet/>
      <dgm:spPr/>
      <dgm:t>
        <a:bodyPr/>
        <a:lstStyle/>
        <a:p>
          <a:endParaRPr lang="en-US"/>
        </a:p>
      </dgm:t>
    </dgm:pt>
    <dgm:pt modelId="{D858DCD4-C415-4CAC-BA1C-59E727EFA536}">
      <dgm:prSet/>
      <dgm:spPr/>
      <dgm:t>
        <a:bodyPr/>
        <a:lstStyle/>
        <a:p>
          <a:pPr>
            <a:lnSpc>
              <a:spcPct val="100000"/>
            </a:lnSpc>
          </a:pPr>
          <a:r>
            <a:rPr lang="en-US" dirty="0"/>
            <a:t>Aim at elements of environment that</a:t>
          </a:r>
        </a:p>
      </dgm:t>
    </dgm:pt>
    <dgm:pt modelId="{E38D5CE8-2276-4463-AE20-E717D2DCA6AF}" type="parTrans" cxnId="{70AE2B27-2A00-4605-9976-3C470587D9C6}">
      <dgm:prSet/>
      <dgm:spPr/>
      <dgm:t>
        <a:bodyPr/>
        <a:lstStyle/>
        <a:p>
          <a:endParaRPr lang="en-US"/>
        </a:p>
      </dgm:t>
    </dgm:pt>
    <dgm:pt modelId="{581D9C52-A2E2-498D-A000-50476007F555}" type="sibTrans" cxnId="{70AE2B27-2A00-4605-9976-3C470587D9C6}">
      <dgm:prSet/>
      <dgm:spPr/>
      <dgm:t>
        <a:bodyPr/>
        <a:lstStyle/>
        <a:p>
          <a:endParaRPr lang="en-US"/>
        </a:p>
      </dgm:t>
    </dgm:pt>
    <dgm:pt modelId="{C8081478-F959-4F77-A3D1-33518A0FD5A0}">
      <dgm:prSet/>
      <dgm:spPr/>
      <dgm:t>
        <a:bodyPr/>
        <a:lstStyle/>
        <a:p>
          <a:r>
            <a:rPr lang="en-US"/>
            <a:t>Cause the company problems.</a:t>
          </a:r>
        </a:p>
      </dgm:t>
    </dgm:pt>
    <dgm:pt modelId="{896AE7FA-7B68-4AA2-9F1F-960956DCB0CA}" type="parTrans" cxnId="{D7F04EFF-1D7B-4946-B2D8-432D6E64BF4B}">
      <dgm:prSet/>
      <dgm:spPr/>
      <dgm:t>
        <a:bodyPr/>
        <a:lstStyle/>
        <a:p>
          <a:endParaRPr lang="en-US"/>
        </a:p>
      </dgm:t>
    </dgm:pt>
    <dgm:pt modelId="{2AE5283E-003A-4A4C-BD63-14DF52DCD965}" type="sibTrans" cxnId="{D7F04EFF-1D7B-4946-B2D8-432D6E64BF4B}">
      <dgm:prSet/>
      <dgm:spPr/>
      <dgm:t>
        <a:bodyPr/>
        <a:lstStyle/>
        <a:p>
          <a:endParaRPr lang="en-US"/>
        </a:p>
      </dgm:t>
    </dgm:pt>
    <dgm:pt modelId="{96D0F4A9-7F56-415F-A8AA-F26C4D3D38F6}">
      <dgm:prSet/>
      <dgm:spPr/>
      <dgm:t>
        <a:bodyPr/>
        <a:lstStyle/>
        <a:p>
          <a:r>
            <a:rPr lang="en-US"/>
            <a:t>Provide it with opportunities.</a:t>
          </a:r>
        </a:p>
      </dgm:t>
    </dgm:pt>
    <dgm:pt modelId="{A07130EB-9FF5-47CE-945D-8E468C044DC0}" type="parTrans" cxnId="{ED803E1E-6769-4B2E-9872-1A79CAC21F63}">
      <dgm:prSet/>
      <dgm:spPr/>
      <dgm:t>
        <a:bodyPr/>
        <a:lstStyle/>
        <a:p>
          <a:endParaRPr lang="en-US"/>
        </a:p>
      </dgm:t>
    </dgm:pt>
    <dgm:pt modelId="{A2ACD919-77EC-4D89-A3A2-2923317ABE01}" type="sibTrans" cxnId="{ED803E1E-6769-4B2E-9872-1A79CAC21F63}">
      <dgm:prSet/>
      <dgm:spPr/>
      <dgm:t>
        <a:bodyPr/>
        <a:lstStyle/>
        <a:p>
          <a:endParaRPr lang="en-US"/>
        </a:p>
      </dgm:t>
    </dgm:pt>
    <dgm:pt modelId="{8E224FD6-406C-4A59-92B1-95485D9FE63E}">
      <dgm:prSet/>
      <dgm:spPr/>
      <dgm:t>
        <a:bodyPr/>
        <a:lstStyle/>
        <a:p>
          <a:r>
            <a:rPr lang="en-US"/>
            <a:t>Allow the company to change successfully.</a:t>
          </a:r>
        </a:p>
      </dgm:t>
    </dgm:pt>
    <dgm:pt modelId="{AC48FE6F-9054-422A-A2ED-1287794292E8}" type="parTrans" cxnId="{F7D6E42B-4A83-4BCD-ADA0-6D0B8F50FF72}">
      <dgm:prSet/>
      <dgm:spPr/>
      <dgm:t>
        <a:bodyPr/>
        <a:lstStyle/>
        <a:p>
          <a:endParaRPr lang="en-US"/>
        </a:p>
      </dgm:t>
    </dgm:pt>
    <dgm:pt modelId="{9E774029-67F5-4C42-BF6B-89D89066AE78}" type="sibTrans" cxnId="{F7D6E42B-4A83-4BCD-ADA0-6D0B8F50FF72}">
      <dgm:prSet/>
      <dgm:spPr/>
      <dgm:t>
        <a:bodyPr/>
        <a:lstStyle/>
        <a:p>
          <a:endParaRPr lang="en-US"/>
        </a:p>
      </dgm:t>
    </dgm:pt>
    <dgm:pt modelId="{3CC76D13-3ECB-4ADB-97E9-AC6B17367870}">
      <dgm:prSet/>
      <dgm:spPr/>
      <dgm:t>
        <a:bodyPr/>
        <a:lstStyle/>
        <a:p>
          <a:pPr>
            <a:lnSpc>
              <a:spcPct val="100000"/>
            </a:lnSpc>
          </a:pPr>
          <a:r>
            <a:rPr lang="en-US"/>
            <a:t>Choose responses that fit the environmental component of interest. </a:t>
          </a:r>
        </a:p>
      </dgm:t>
    </dgm:pt>
    <dgm:pt modelId="{CAE2F571-F6D8-4594-905D-7084D5C1E5E9}" type="parTrans" cxnId="{C5906B38-0E3E-4E3C-8201-BB9B09DC774A}">
      <dgm:prSet/>
      <dgm:spPr/>
      <dgm:t>
        <a:bodyPr/>
        <a:lstStyle/>
        <a:p>
          <a:endParaRPr lang="en-US"/>
        </a:p>
      </dgm:t>
    </dgm:pt>
    <dgm:pt modelId="{3E58B5A7-9D8A-423E-9610-7B99BBFF4F55}" type="sibTrans" cxnId="{C5906B38-0E3E-4E3C-8201-BB9B09DC774A}">
      <dgm:prSet/>
      <dgm:spPr/>
      <dgm:t>
        <a:bodyPr/>
        <a:lstStyle/>
        <a:p>
          <a:endParaRPr lang="en-US"/>
        </a:p>
      </dgm:t>
    </dgm:pt>
    <dgm:pt modelId="{3AB7C4F5-048D-4758-B377-1BB4B920F0D0}">
      <dgm:prSet/>
      <dgm:spPr/>
      <dgm:t>
        <a:bodyPr/>
        <a:lstStyle/>
        <a:p>
          <a:pPr>
            <a:lnSpc>
              <a:spcPct val="100000"/>
            </a:lnSpc>
          </a:pPr>
          <a:r>
            <a:rPr lang="en-US"/>
            <a:t>Choose actions that offer most benefit at lowest cost.</a:t>
          </a:r>
        </a:p>
      </dgm:t>
    </dgm:pt>
    <dgm:pt modelId="{3F89531E-0468-4986-AD3D-19FB6AF6720B}" type="parTrans" cxnId="{B7C9B784-095E-4741-8CB0-29A590352FAF}">
      <dgm:prSet/>
      <dgm:spPr/>
      <dgm:t>
        <a:bodyPr/>
        <a:lstStyle/>
        <a:p>
          <a:endParaRPr lang="en-US"/>
        </a:p>
      </dgm:t>
    </dgm:pt>
    <dgm:pt modelId="{AB035E75-589B-4345-B1DC-73BE8A0A33B5}" type="sibTrans" cxnId="{B7C9B784-095E-4741-8CB0-29A590352FAF}">
      <dgm:prSet/>
      <dgm:spPr/>
      <dgm:t>
        <a:bodyPr/>
        <a:lstStyle/>
        <a:p>
          <a:endParaRPr lang="en-US"/>
        </a:p>
      </dgm:t>
    </dgm:pt>
    <dgm:pt modelId="{7C91C839-1869-4772-BE49-7CBD6F0CE036}" type="pres">
      <dgm:prSet presAssocID="{7898BE09-2993-4B69-9E95-0AC3AC0DA918}" presName="root" presStyleCnt="0">
        <dgm:presLayoutVars>
          <dgm:dir/>
          <dgm:resizeHandles val="exact"/>
        </dgm:presLayoutVars>
      </dgm:prSet>
      <dgm:spPr/>
    </dgm:pt>
    <dgm:pt modelId="{1F488EB8-F7F9-463F-956F-428A7D1623B1}" type="pres">
      <dgm:prSet presAssocID="{FAFDAC6D-B7EA-4B4F-8788-17FAEC501181}" presName="compNode" presStyleCnt="0"/>
      <dgm:spPr/>
    </dgm:pt>
    <dgm:pt modelId="{BE42958D-EDA1-4138-ACD8-260233AC42D4}" type="pres">
      <dgm:prSet presAssocID="{FAFDAC6D-B7EA-4B4F-8788-17FAEC501181}" presName="bgRect" presStyleLbl="bgShp" presStyleIdx="0" presStyleCnt="3"/>
      <dgm:spPr/>
    </dgm:pt>
    <dgm:pt modelId="{71828004-545B-4200-91DF-C1EA4D351B02}" type="pres">
      <dgm:prSet presAssocID="{FAFDAC6D-B7EA-4B4F-8788-17FAEC50118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EC14AFC9-E8E9-4C94-BDDE-6E0012EDAA75}" type="pres">
      <dgm:prSet presAssocID="{FAFDAC6D-B7EA-4B4F-8788-17FAEC501181}" presName="spaceRect" presStyleCnt="0"/>
      <dgm:spPr/>
    </dgm:pt>
    <dgm:pt modelId="{8F6E79D4-B88E-457F-80C3-309400065965}" type="pres">
      <dgm:prSet presAssocID="{FAFDAC6D-B7EA-4B4F-8788-17FAEC501181}" presName="parTx" presStyleLbl="revTx" presStyleIdx="0" presStyleCnt="4">
        <dgm:presLayoutVars>
          <dgm:chMax val="0"/>
          <dgm:chPref val="0"/>
        </dgm:presLayoutVars>
      </dgm:prSet>
      <dgm:spPr/>
    </dgm:pt>
    <dgm:pt modelId="{CE97989C-D59F-4B11-AC35-D13EDFCA5F3E}" type="pres">
      <dgm:prSet presAssocID="{FAFDAC6D-B7EA-4B4F-8788-17FAEC501181}" presName="desTx" presStyleLbl="revTx" presStyleIdx="1" presStyleCnt="4">
        <dgm:presLayoutVars/>
      </dgm:prSet>
      <dgm:spPr/>
    </dgm:pt>
    <dgm:pt modelId="{A9DA0E7F-2F7B-42E4-A84A-A00D186A4FAC}" type="pres">
      <dgm:prSet presAssocID="{D80C6215-C147-4066-B121-0A71167316D4}" presName="sibTrans" presStyleCnt="0"/>
      <dgm:spPr/>
    </dgm:pt>
    <dgm:pt modelId="{8CB8CF81-9C1B-491D-98B7-29FBCF0F6698}" type="pres">
      <dgm:prSet presAssocID="{3CC76D13-3ECB-4ADB-97E9-AC6B17367870}" presName="compNode" presStyleCnt="0"/>
      <dgm:spPr/>
    </dgm:pt>
    <dgm:pt modelId="{8983690D-1366-4F51-8019-EB2854052247}" type="pres">
      <dgm:prSet presAssocID="{3CC76D13-3ECB-4ADB-97E9-AC6B17367870}" presName="bgRect" presStyleLbl="bgShp" presStyleIdx="1" presStyleCnt="3"/>
      <dgm:spPr/>
    </dgm:pt>
    <dgm:pt modelId="{A955DBCD-438A-410F-893C-0634DFD22C99}" type="pres">
      <dgm:prSet presAssocID="{3CC76D13-3ECB-4ADB-97E9-AC6B1736787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DE0CFBAA-292A-4D2E-818C-3635DA16C891}" type="pres">
      <dgm:prSet presAssocID="{3CC76D13-3ECB-4ADB-97E9-AC6B17367870}" presName="spaceRect" presStyleCnt="0"/>
      <dgm:spPr/>
    </dgm:pt>
    <dgm:pt modelId="{FAF912DA-5F22-49CA-B123-4B035BB5DF2A}" type="pres">
      <dgm:prSet presAssocID="{3CC76D13-3ECB-4ADB-97E9-AC6B17367870}" presName="parTx" presStyleLbl="revTx" presStyleIdx="2" presStyleCnt="4">
        <dgm:presLayoutVars>
          <dgm:chMax val="0"/>
          <dgm:chPref val="0"/>
        </dgm:presLayoutVars>
      </dgm:prSet>
      <dgm:spPr/>
    </dgm:pt>
    <dgm:pt modelId="{97CD9423-0590-4AF9-8810-4BEAB74B3D26}" type="pres">
      <dgm:prSet presAssocID="{3E58B5A7-9D8A-423E-9610-7B99BBFF4F55}" presName="sibTrans" presStyleCnt="0"/>
      <dgm:spPr/>
    </dgm:pt>
    <dgm:pt modelId="{EE3963F1-F26F-4EB2-A238-F628A2B60C36}" type="pres">
      <dgm:prSet presAssocID="{3AB7C4F5-048D-4758-B377-1BB4B920F0D0}" presName="compNode" presStyleCnt="0"/>
      <dgm:spPr/>
    </dgm:pt>
    <dgm:pt modelId="{A8AB09B4-6A75-449A-8569-66EE69556472}" type="pres">
      <dgm:prSet presAssocID="{3AB7C4F5-048D-4758-B377-1BB4B920F0D0}" presName="bgRect" presStyleLbl="bgShp" presStyleIdx="2" presStyleCnt="3"/>
      <dgm:spPr/>
    </dgm:pt>
    <dgm:pt modelId="{F514C39A-19A3-45AF-8E44-9DCB0C477992}" type="pres">
      <dgm:prSet presAssocID="{3AB7C4F5-048D-4758-B377-1BB4B920F0D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9F01D516-BA24-46F8-9F89-ADAA83290D22}" type="pres">
      <dgm:prSet presAssocID="{3AB7C4F5-048D-4758-B377-1BB4B920F0D0}" presName="spaceRect" presStyleCnt="0"/>
      <dgm:spPr/>
    </dgm:pt>
    <dgm:pt modelId="{01DD95B4-5E31-4463-BF5F-071312B30845}" type="pres">
      <dgm:prSet presAssocID="{3AB7C4F5-048D-4758-B377-1BB4B920F0D0}" presName="parTx" presStyleLbl="revTx" presStyleIdx="3" presStyleCnt="4">
        <dgm:presLayoutVars>
          <dgm:chMax val="0"/>
          <dgm:chPref val="0"/>
        </dgm:presLayoutVars>
      </dgm:prSet>
      <dgm:spPr/>
    </dgm:pt>
  </dgm:ptLst>
  <dgm:cxnLst>
    <dgm:cxn modelId="{1BCFB411-988A-485D-9B9F-44CC7B3B4D50}" type="presOf" srcId="{D858DCD4-C415-4CAC-BA1C-59E727EFA536}" destId="{CE97989C-D59F-4B11-AC35-D13EDFCA5F3E}" srcOrd="0" destOrd="0" presId="urn:microsoft.com/office/officeart/2018/2/layout/IconVerticalSolidList"/>
    <dgm:cxn modelId="{ED803E1E-6769-4B2E-9872-1A79CAC21F63}" srcId="{D858DCD4-C415-4CAC-BA1C-59E727EFA536}" destId="{96D0F4A9-7F56-415F-A8AA-F26C4D3D38F6}" srcOrd="1" destOrd="0" parTransId="{A07130EB-9FF5-47CE-945D-8E468C044DC0}" sibTransId="{A2ACD919-77EC-4D89-A3A2-2923317ABE01}"/>
    <dgm:cxn modelId="{70AE2B27-2A00-4605-9976-3C470587D9C6}" srcId="{FAFDAC6D-B7EA-4B4F-8788-17FAEC501181}" destId="{D858DCD4-C415-4CAC-BA1C-59E727EFA536}" srcOrd="0" destOrd="0" parTransId="{E38D5CE8-2276-4463-AE20-E717D2DCA6AF}" sibTransId="{581D9C52-A2E2-498D-A000-50476007F555}"/>
    <dgm:cxn modelId="{F7D6E42B-4A83-4BCD-ADA0-6D0B8F50FF72}" srcId="{D858DCD4-C415-4CAC-BA1C-59E727EFA536}" destId="{8E224FD6-406C-4A59-92B1-95485D9FE63E}" srcOrd="2" destOrd="0" parTransId="{AC48FE6F-9054-422A-A2ED-1287794292E8}" sibTransId="{9E774029-67F5-4C42-BF6B-89D89066AE78}"/>
    <dgm:cxn modelId="{C5906B38-0E3E-4E3C-8201-BB9B09DC774A}" srcId="{7898BE09-2993-4B69-9E95-0AC3AC0DA918}" destId="{3CC76D13-3ECB-4ADB-97E9-AC6B17367870}" srcOrd="1" destOrd="0" parTransId="{CAE2F571-F6D8-4594-905D-7084D5C1E5E9}" sibTransId="{3E58B5A7-9D8A-423E-9610-7B99BBFF4F55}"/>
    <dgm:cxn modelId="{0A3B6E48-1D70-4690-887E-24148EDB5326}" type="presOf" srcId="{3AB7C4F5-048D-4758-B377-1BB4B920F0D0}" destId="{01DD95B4-5E31-4463-BF5F-071312B30845}" srcOrd="0" destOrd="0" presId="urn:microsoft.com/office/officeart/2018/2/layout/IconVerticalSolidList"/>
    <dgm:cxn modelId="{71EBF44A-1055-45B7-9D33-9AB6BCC4AF95}" type="presOf" srcId="{3CC76D13-3ECB-4ADB-97E9-AC6B17367870}" destId="{FAF912DA-5F22-49CA-B123-4B035BB5DF2A}" srcOrd="0" destOrd="0" presId="urn:microsoft.com/office/officeart/2018/2/layout/IconVerticalSolidList"/>
    <dgm:cxn modelId="{9F604B50-4633-4A97-A79F-F50EEAA720B8}" type="presOf" srcId="{FAFDAC6D-B7EA-4B4F-8788-17FAEC501181}" destId="{8F6E79D4-B88E-457F-80C3-309400065965}" srcOrd="0" destOrd="0" presId="urn:microsoft.com/office/officeart/2018/2/layout/IconVerticalSolidList"/>
    <dgm:cxn modelId="{0EDE3856-9C7F-4D33-9D32-A410D5A436DE}" type="presOf" srcId="{7898BE09-2993-4B69-9E95-0AC3AC0DA918}" destId="{7C91C839-1869-4772-BE49-7CBD6F0CE036}" srcOrd="0" destOrd="0" presId="urn:microsoft.com/office/officeart/2018/2/layout/IconVerticalSolidList"/>
    <dgm:cxn modelId="{665D4C7C-C216-4D60-9B27-BE28C32A52FE}" type="presOf" srcId="{96D0F4A9-7F56-415F-A8AA-F26C4D3D38F6}" destId="{CE97989C-D59F-4B11-AC35-D13EDFCA5F3E}" srcOrd="0" destOrd="2" presId="urn:microsoft.com/office/officeart/2018/2/layout/IconVerticalSolidList"/>
    <dgm:cxn modelId="{B7C9B784-095E-4741-8CB0-29A590352FAF}" srcId="{7898BE09-2993-4B69-9E95-0AC3AC0DA918}" destId="{3AB7C4F5-048D-4758-B377-1BB4B920F0D0}" srcOrd="2" destOrd="0" parTransId="{3F89531E-0468-4986-AD3D-19FB6AF6720B}" sibTransId="{AB035E75-589B-4345-B1DC-73BE8A0A33B5}"/>
    <dgm:cxn modelId="{4578ECA2-E5C9-423F-AC77-D454DB37D5ED}" type="presOf" srcId="{8E224FD6-406C-4A59-92B1-95485D9FE63E}" destId="{CE97989C-D59F-4B11-AC35-D13EDFCA5F3E}" srcOrd="0" destOrd="3" presId="urn:microsoft.com/office/officeart/2018/2/layout/IconVerticalSolidList"/>
    <dgm:cxn modelId="{6A8147E5-B48E-4621-8C38-4FEDE062A26F}" type="presOf" srcId="{C8081478-F959-4F77-A3D1-33518A0FD5A0}" destId="{CE97989C-D59F-4B11-AC35-D13EDFCA5F3E}" srcOrd="0" destOrd="1" presId="urn:microsoft.com/office/officeart/2018/2/layout/IconVerticalSolidList"/>
    <dgm:cxn modelId="{099BF6E7-0D0F-483D-80DA-C65D24CCC90D}" srcId="{7898BE09-2993-4B69-9E95-0AC3AC0DA918}" destId="{FAFDAC6D-B7EA-4B4F-8788-17FAEC501181}" srcOrd="0" destOrd="0" parTransId="{0C15B795-2C34-4AC2-9F9C-4FE0217945C7}" sibTransId="{D80C6215-C147-4066-B121-0A71167316D4}"/>
    <dgm:cxn modelId="{D7F04EFF-1D7B-4946-B2D8-432D6E64BF4B}" srcId="{D858DCD4-C415-4CAC-BA1C-59E727EFA536}" destId="{C8081478-F959-4F77-A3D1-33518A0FD5A0}" srcOrd="0" destOrd="0" parTransId="{896AE7FA-7B68-4AA2-9F1F-960956DCB0CA}" sibTransId="{2AE5283E-003A-4A4C-BD63-14DF52DCD965}"/>
    <dgm:cxn modelId="{70D9A333-57BA-44B7-8597-75E16F63E65C}" type="presParOf" srcId="{7C91C839-1869-4772-BE49-7CBD6F0CE036}" destId="{1F488EB8-F7F9-463F-956F-428A7D1623B1}" srcOrd="0" destOrd="0" presId="urn:microsoft.com/office/officeart/2018/2/layout/IconVerticalSolidList"/>
    <dgm:cxn modelId="{1F337C9A-9040-435F-98A4-08776E9648E5}" type="presParOf" srcId="{1F488EB8-F7F9-463F-956F-428A7D1623B1}" destId="{BE42958D-EDA1-4138-ACD8-260233AC42D4}" srcOrd="0" destOrd="0" presId="urn:microsoft.com/office/officeart/2018/2/layout/IconVerticalSolidList"/>
    <dgm:cxn modelId="{310CCF1C-CE25-44C1-B2D5-46836B1A6EC9}" type="presParOf" srcId="{1F488EB8-F7F9-463F-956F-428A7D1623B1}" destId="{71828004-545B-4200-91DF-C1EA4D351B02}" srcOrd="1" destOrd="0" presId="urn:microsoft.com/office/officeart/2018/2/layout/IconVerticalSolidList"/>
    <dgm:cxn modelId="{C6182BC3-8C0A-4F48-8BA3-A6CD3C2DBB4B}" type="presParOf" srcId="{1F488EB8-F7F9-463F-956F-428A7D1623B1}" destId="{EC14AFC9-E8E9-4C94-BDDE-6E0012EDAA75}" srcOrd="2" destOrd="0" presId="urn:microsoft.com/office/officeart/2018/2/layout/IconVerticalSolidList"/>
    <dgm:cxn modelId="{66960C61-A054-46EF-B64B-BA478C10B1D9}" type="presParOf" srcId="{1F488EB8-F7F9-463F-956F-428A7D1623B1}" destId="{8F6E79D4-B88E-457F-80C3-309400065965}" srcOrd="3" destOrd="0" presId="urn:microsoft.com/office/officeart/2018/2/layout/IconVerticalSolidList"/>
    <dgm:cxn modelId="{D29027B5-BF2A-4FF7-AF2A-F4BCDF8FC0AA}" type="presParOf" srcId="{1F488EB8-F7F9-463F-956F-428A7D1623B1}" destId="{CE97989C-D59F-4B11-AC35-D13EDFCA5F3E}" srcOrd="4" destOrd="0" presId="urn:microsoft.com/office/officeart/2018/2/layout/IconVerticalSolidList"/>
    <dgm:cxn modelId="{28B4C317-41FE-4A00-B635-BC246B0AA8F9}" type="presParOf" srcId="{7C91C839-1869-4772-BE49-7CBD6F0CE036}" destId="{A9DA0E7F-2F7B-42E4-A84A-A00D186A4FAC}" srcOrd="1" destOrd="0" presId="urn:microsoft.com/office/officeart/2018/2/layout/IconVerticalSolidList"/>
    <dgm:cxn modelId="{2E45BE6B-2FAE-46CA-8CEE-C060D06431D6}" type="presParOf" srcId="{7C91C839-1869-4772-BE49-7CBD6F0CE036}" destId="{8CB8CF81-9C1B-491D-98B7-29FBCF0F6698}" srcOrd="2" destOrd="0" presId="urn:microsoft.com/office/officeart/2018/2/layout/IconVerticalSolidList"/>
    <dgm:cxn modelId="{654BC3F1-2F27-42B0-B98D-4C6C9F872E27}" type="presParOf" srcId="{8CB8CF81-9C1B-491D-98B7-29FBCF0F6698}" destId="{8983690D-1366-4F51-8019-EB2854052247}" srcOrd="0" destOrd="0" presId="urn:microsoft.com/office/officeart/2018/2/layout/IconVerticalSolidList"/>
    <dgm:cxn modelId="{710ECC73-5F2F-47FC-8760-863987A05EDC}" type="presParOf" srcId="{8CB8CF81-9C1B-491D-98B7-29FBCF0F6698}" destId="{A955DBCD-438A-410F-893C-0634DFD22C99}" srcOrd="1" destOrd="0" presId="urn:microsoft.com/office/officeart/2018/2/layout/IconVerticalSolidList"/>
    <dgm:cxn modelId="{34233A0C-3E32-4FDD-8CE9-1672CA161A62}" type="presParOf" srcId="{8CB8CF81-9C1B-491D-98B7-29FBCF0F6698}" destId="{DE0CFBAA-292A-4D2E-818C-3635DA16C891}" srcOrd="2" destOrd="0" presId="urn:microsoft.com/office/officeart/2018/2/layout/IconVerticalSolidList"/>
    <dgm:cxn modelId="{40FCD5FC-1762-43FF-AD5B-9C628520F486}" type="presParOf" srcId="{8CB8CF81-9C1B-491D-98B7-29FBCF0F6698}" destId="{FAF912DA-5F22-49CA-B123-4B035BB5DF2A}" srcOrd="3" destOrd="0" presId="urn:microsoft.com/office/officeart/2018/2/layout/IconVerticalSolidList"/>
    <dgm:cxn modelId="{11D79E44-EAF3-4B45-AC43-4AC0708681DA}" type="presParOf" srcId="{7C91C839-1869-4772-BE49-7CBD6F0CE036}" destId="{97CD9423-0590-4AF9-8810-4BEAB74B3D26}" srcOrd="3" destOrd="0" presId="urn:microsoft.com/office/officeart/2018/2/layout/IconVerticalSolidList"/>
    <dgm:cxn modelId="{4F6E9D6E-60C7-46AC-B17D-680F0525D3B7}" type="presParOf" srcId="{7C91C839-1869-4772-BE49-7CBD6F0CE036}" destId="{EE3963F1-F26F-4EB2-A238-F628A2B60C36}" srcOrd="4" destOrd="0" presId="urn:microsoft.com/office/officeart/2018/2/layout/IconVerticalSolidList"/>
    <dgm:cxn modelId="{64F67BBC-FC13-4462-8C07-35EB7C1087E1}" type="presParOf" srcId="{EE3963F1-F26F-4EB2-A238-F628A2B60C36}" destId="{A8AB09B4-6A75-449A-8569-66EE69556472}" srcOrd="0" destOrd="0" presId="urn:microsoft.com/office/officeart/2018/2/layout/IconVerticalSolidList"/>
    <dgm:cxn modelId="{6B1AFA31-CDE3-47C3-A600-127819BF30EC}" type="presParOf" srcId="{EE3963F1-F26F-4EB2-A238-F628A2B60C36}" destId="{F514C39A-19A3-45AF-8E44-9DCB0C477992}" srcOrd="1" destOrd="0" presId="urn:microsoft.com/office/officeart/2018/2/layout/IconVerticalSolidList"/>
    <dgm:cxn modelId="{71694E88-4D8D-4C54-B68A-EE29C66E676B}" type="presParOf" srcId="{EE3963F1-F26F-4EB2-A238-F628A2B60C36}" destId="{9F01D516-BA24-46F8-9F89-ADAA83290D22}" srcOrd="2" destOrd="0" presId="urn:microsoft.com/office/officeart/2018/2/layout/IconVerticalSolidList"/>
    <dgm:cxn modelId="{2AFF4C68-4416-4EC0-A69E-C7EE5BCADA35}" type="presParOf" srcId="{EE3963F1-F26F-4EB2-A238-F628A2B60C36}" destId="{01DD95B4-5E31-4463-BF5F-071312B3084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0A857B8-5A7E-4F56-AC69-CE9925162C6D}"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48DD2799-6A8E-4D10-A99F-CC85417E17D8}">
      <dgm:prSet/>
      <dgm:spPr/>
      <dgm:t>
        <a:bodyPr/>
        <a:lstStyle/>
        <a:p>
          <a:r>
            <a:rPr lang="en-US"/>
            <a:t>The set of important assumptions about the organization and its goals and practices that its members share.</a:t>
          </a:r>
        </a:p>
      </dgm:t>
    </dgm:pt>
    <dgm:pt modelId="{7C05AFAF-EE38-4C70-95A7-01BDDBF7F04D}" type="parTrans" cxnId="{AA8C51B8-43D2-465D-92A8-E9DE8F15CE2D}">
      <dgm:prSet/>
      <dgm:spPr/>
      <dgm:t>
        <a:bodyPr/>
        <a:lstStyle/>
        <a:p>
          <a:endParaRPr lang="en-US"/>
        </a:p>
      </dgm:t>
    </dgm:pt>
    <dgm:pt modelId="{096A7B0C-17AC-4BCB-A167-97380C05BD01}" type="sibTrans" cxnId="{AA8C51B8-43D2-465D-92A8-E9DE8F15CE2D}">
      <dgm:prSet/>
      <dgm:spPr/>
      <dgm:t>
        <a:bodyPr/>
        <a:lstStyle/>
        <a:p>
          <a:endParaRPr lang="en-US"/>
        </a:p>
      </dgm:t>
    </dgm:pt>
    <dgm:pt modelId="{8862026B-F0B9-4011-98BE-C79710B09093}">
      <dgm:prSet/>
      <dgm:spPr/>
      <dgm:t>
        <a:bodyPr/>
        <a:lstStyle/>
        <a:p>
          <a:r>
            <a:rPr lang="en-US" u="sng"/>
            <a:t>Strong Cultures</a:t>
          </a:r>
          <a:r>
            <a:rPr lang="en-US"/>
            <a:t>: majority of people within the organization agree on organizational goals.</a:t>
          </a:r>
        </a:p>
      </dgm:t>
    </dgm:pt>
    <dgm:pt modelId="{35DB622E-9D2A-43F6-BB29-FDA752FE0358}" type="parTrans" cxnId="{D02B8FC8-A476-4E97-B4DB-88AB4DE996B8}">
      <dgm:prSet/>
      <dgm:spPr/>
      <dgm:t>
        <a:bodyPr/>
        <a:lstStyle/>
        <a:p>
          <a:endParaRPr lang="en-US"/>
        </a:p>
      </dgm:t>
    </dgm:pt>
    <dgm:pt modelId="{28051401-9DD3-4EF5-AAE3-735902EEE638}" type="sibTrans" cxnId="{D02B8FC8-A476-4E97-B4DB-88AB4DE996B8}">
      <dgm:prSet/>
      <dgm:spPr/>
      <dgm:t>
        <a:bodyPr/>
        <a:lstStyle/>
        <a:p>
          <a:endParaRPr lang="en-US"/>
        </a:p>
      </dgm:t>
    </dgm:pt>
    <dgm:pt modelId="{C683AA99-D2DC-41FD-9077-815ED4FB43E1}">
      <dgm:prSet/>
      <dgm:spPr/>
      <dgm:t>
        <a:bodyPr/>
        <a:lstStyle/>
        <a:p>
          <a:r>
            <a:rPr lang="en-US" u="sng"/>
            <a:t>Weak Cultures</a:t>
          </a:r>
          <a:r>
            <a:rPr lang="en-US"/>
            <a:t>: different people hold different values and there is confusion about corporate goals.</a:t>
          </a:r>
        </a:p>
      </dgm:t>
    </dgm:pt>
    <dgm:pt modelId="{19AA78A4-44D1-4F11-B3D2-AFEB11C8ADA0}" type="parTrans" cxnId="{EA3892EE-D2E8-45FE-8883-57DFB689223F}">
      <dgm:prSet/>
      <dgm:spPr/>
      <dgm:t>
        <a:bodyPr/>
        <a:lstStyle/>
        <a:p>
          <a:endParaRPr lang="en-US"/>
        </a:p>
      </dgm:t>
    </dgm:pt>
    <dgm:pt modelId="{D137D175-A289-4FA8-B5B0-D47E89EF96CB}" type="sibTrans" cxnId="{EA3892EE-D2E8-45FE-8883-57DFB689223F}">
      <dgm:prSet/>
      <dgm:spPr/>
      <dgm:t>
        <a:bodyPr/>
        <a:lstStyle/>
        <a:p>
          <a:endParaRPr lang="en-US"/>
        </a:p>
      </dgm:t>
    </dgm:pt>
    <dgm:pt modelId="{5804A9E2-C8D9-4575-9122-41EA87836473}">
      <dgm:prSet/>
      <dgm:spPr/>
      <dgm:t>
        <a:bodyPr/>
        <a:lstStyle/>
        <a:p>
          <a:r>
            <a:rPr lang="en-US"/>
            <a:t>Diagnosing culture: useful clues about culture</a:t>
          </a:r>
        </a:p>
      </dgm:t>
    </dgm:pt>
    <dgm:pt modelId="{8CA20695-76B7-4481-91B2-FE657EDEA431}" type="parTrans" cxnId="{21DB9DB1-E9EE-4E74-B6DF-5FBA45B033C5}">
      <dgm:prSet/>
      <dgm:spPr/>
      <dgm:t>
        <a:bodyPr/>
        <a:lstStyle/>
        <a:p>
          <a:endParaRPr lang="en-US"/>
        </a:p>
      </dgm:t>
    </dgm:pt>
    <dgm:pt modelId="{0DAB839C-2914-423B-B42A-5A5DAAB91B88}" type="sibTrans" cxnId="{21DB9DB1-E9EE-4E74-B6DF-5FBA45B033C5}">
      <dgm:prSet/>
      <dgm:spPr/>
      <dgm:t>
        <a:bodyPr/>
        <a:lstStyle/>
        <a:p>
          <a:endParaRPr lang="en-US"/>
        </a:p>
      </dgm:t>
    </dgm:pt>
    <dgm:pt modelId="{E52AAC39-592F-4858-83FF-612D22EBE978}">
      <dgm:prSet/>
      <dgm:spPr/>
      <dgm:t>
        <a:bodyPr/>
        <a:lstStyle/>
        <a:p>
          <a:r>
            <a:rPr lang="en-US"/>
            <a:t>Corporate mission statements and official goals.</a:t>
          </a:r>
        </a:p>
      </dgm:t>
    </dgm:pt>
    <dgm:pt modelId="{800BD426-378A-41BC-9D2E-7DDEC84EFDF6}" type="parTrans" cxnId="{98FC2552-F574-45D2-8E95-C391A1306035}">
      <dgm:prSet/>
      <dgm:spPr/>
      <dgm:t>
        <a:bodyPr/>
        <a:lstStyle/>
        <a:p>
          <a:endParaRPr lang="en-US"/>
        </a:p>
      </dgm:t>
    </dgm:pt>
    <dgm:pt modelId="{2590D9FA-8F8E-480F-A3B7-CBDC570E4DCE}" type="sibTrans" cxnId="{98FC2552-F574-45D2-8E95-C391A1306035}">
      <dgm:prSet/>
      <dgm:spPr/>
      <dgm:t>
        <a:bodyPr/>
        <a:lstStyle/>
        <a:p>
          <a:endParaRPr lang="en-US"/>
        </a:p>
      </dgm:t>
    </dgm:pt>
    <dgm:pt modelId="{A5B1C94A-1C16-48B3-B2E9-9A05D442C1A8}">
      <dgm:prSet/>
      <dgm:spPr/>
      <dgm:t>
        <a:bodyPr/>
        <a:lstStyle/>
        <a:p>
          <a:r>
            <a:rPr lang="en-US"/>
            <a:t>Important business practices.</a:t>
          </a:r>
        </a:p>
      </dgm:t>
    </dgm:pt>
    <dgm:pt modelId="{0DE009BE-1487-4977-BE68-0C7F0DB7DDD8}" type="parTrans" cxnId="{3288A5FC-910B-490C-9E2B-147D77A5C729}">
      <dgm:prSet/>
      <dgm:spPr/>
      <dgm:t>
        <a:bodyPr/>
        <a:lstStyle/>
        <a:p>
          <a:endParaRPr lang="en-US"/>
        </a:p>
      </dgm:t>
    </dgm:pt>
    <dgm:pt modelId="{1CE519F9-7193-43B5-83AD-FE969776928F}" type="sibTrans" cxnId="{3288A5FC-910B-490C-9E2B-147D77A5C729}">
      <dgm:prSet/>
      <dgm:spPr/>
      <dgm:t>
        <a:bodyPr/>
        <a:lstStyle/>
        <a:p>
          <a:endParaRPr lang="en-US"/>
        </a:p>
      </dgm:t>
    </dgm:pt>
    <dgm:pt modelId="{0834ABAD-3D9D-4386-A1BA-05F616A11468}">
      <dgm:prSet/>
      <dgm:spPr/>
      <dgm:t>
        <a:bodyPr/>
        <a:lstStyle/>
        <a:p>
          <a:r>
            <a:rPr lang="en-US"/>
            <a:t>Symbols, rites, and ceremonies.</a:t>
          </a:r>
        </a:p>
      </dgm:t>
    </dgm:pt>
    <dgm:pt modelId="{36FFA83D-2B9B-46EE-8761-A8FE61CE04C1}" type="parTrans" cxnId="{A54ABF97-A625-4417-BFB2-C1F46921548E}">
      <dgm:prSet/>
      <dgm:spPr/>
      <dgm:t>
        <a:bodyPr/>
        <a:lstStyle/>
        <a:p>
          <a:endParaRPr lang="en-US"/>
        </a:p>
      </dgm:t>
    </dgm:pt>
    <dgm:pt modelId="{A785A6B9-45F4-48EC-9BEB-C6674B2CE1A4}" type="sibTrans" cxnId="{A54ABF97-A625-4417-BFB2-C1F46921548E}">
      <dgm:prSet/>
      <dgm:spPr/>
      <dgm:t>
        <a:bodyPr/>
        <a:lstStyle/>
        <a:p>
          <a:endParaRPr lang="en-US"/>
        </a:p>
      </dgm:t>
    </dgm:pt>
    <dgm:pt modelId="{4D97AE1D-D885-4A47-9632-52C901A5156D}">
      <dgm:prSet/>
      <dgm:spPr/>
      <dgm:t>
        <a:bodyPr/>
        <a:lstStyle/>
        <a:p>
          <a:r>
            <a:rPr lang="en-US"/>
            <a:t>The stories people tell.</a:t>
          </a:r>
        </a:p>
      </dgm:t>
    </dgm:pt>
    <dgm:pt modelId="{599F3626-0709-469A-9ACB-ADF97FF508F4}" type="parTrans" cxnId="{B41AA18E-D414-4828-AE4B-954D9F2D8068}">
      <dgm:prSet/>
      <dgm:spPr/>
      <dgm:t>
        <a:bodyPr/>
        <a:lstStyle/>
        <a:p>
          <a:endParaRPr lang="en-US"/>
        </a:p>
      </dgm:t>
    </dgm:pt>
    <dgm:pt modelId="{7A83C67A-8356-419D-BA7D-C81A1ADACB40}" type="sibTrans" cxnId="{B41AA18E-D414-4828-AE4B-954D9F2D8068}">
      <dgm:prSet/>
      <dgm:spPr/>
      <dgm:t>
        <a:bodyPr/>
        <a:lstStyle/>
        <a:p>
          <a:endParaRPr lang="en-US"/>
        </a:p>
      </dgm:t>
    </dgm:pt>
    <dgm:pt modelId="{087285A0-0995-424C-8EF6-24506C41BB29}">
      <dgm:prSet/>
      <dgm:spPr/>
      <dgm:t>
        <a:bodyPr/>
        <a:lstStyle/>
        <a:p>
          <a:r>
            <a:rPr lang="en-US"/>
            <a:t>Cultural assessments.</a:t>
          </a:r>
        </a:p>
      </dgm:t>
    </dgm:pt>
    <dgm:pt modelId="{91D9D7C1-E459-46D7-B1A1-96E3DBAFC3CE}" type="parTrans" cxnId="{F30D27D4-B20A-495A-BF87-483EC8EFC804}">
      <dgm:prSet/>
      <dgm:spPr/>
      <dgm:t>
        <a:bodyPr/>
        <a:lstStyle/>
        <a:p>
          <a:endParaRPr lang="en-US"/>
        </a:p>
      </dgm:t>
    </dgm:pt>
    <dgm:pt modelId="{D4F3F5CB-58A3-4E13-B178-BA03180CE585}" type="sibTrans" cxnId="{F30D27D4-B20A-495A-BF87-483EC8EFC804}">
      <dgm:prSet/>
      <dgm:spPr/>
      <dgm:t>
        <a:bodyPr/>
        <a:lstStyle/>
        <a:p>
          <a:endParaRPr lang="en-US"/>
        </a:p>
      </dgm:t>
    </dgm:pt>
    <dgm:pt modelId="{E0F07C5C-FD17-412D-B912-8B0E2CAFEACC}">
      <dgm:prSet/>
      <dgm:spPr/>
      <dgm:t>
        <a:bodyPr/>
        <a:lstStyle/>
        <a:p>
          <a:r>
            <a:rPr lang="en-US"/>
            <a:t>Managing Culture:</a:t>
          </a:r>
        </a:p>
      </dgm:t>
    </dgm:pt>
    <dgm:pt modelId="{FFC5EC1F-CE22-43A7-A82C-0D250EDDD966}" type="parTrans" cxnId="{BBA9C671-3376-4FFC-A0DB-C88EBC44C204}">
      <dgm:prSet/>
      <dgm:spPr/>
      <dgm:t>
        <a:bodyPr/>
        <a:lstStyle/>
        <a:p>
          <a:endParaRPr lang="en-US"/>
        </a:p>
      </dgm:t>
    </dgm:pt>
    <dgm:pt modelId="{7E08DB1A-B223-4FE0-BB24-FE0927CEE207}" type="sibTrans" cxnId="{BBA9C671-3376-4FFC-A0DB-C88EBC44C204}">
      <dgm:prSet/>
      <dgm:spPr/>
      <dgm:t>
        <a:bodyPr/>
        <a:lstStyle/>
        <a:p>
          <a:endParaRPr lang="en-US"/>
        </a:p>
      </dgm:t>
    </dgm:pt>
    <dgm:pt modelId="{8EB4FB12-BBF3-4A9D-8EBD-A3375395DE2F}">
      <dgm:prSet/>
      <dgm:spPr/>
      <dgm:t>
        <a:bodyPr/>
        <a:lstStyle/>
        <a:p>
          <a:r>
            <a:rPr lang="en-US"/>
            <a:t>Manage culture actively.</a:t>
          </a:r>
        </a:p>
      </dgm:t>
    </dgm:pt>
    <dgm:pt modelId="{E8FE952C-E901-4BDE-96EC-F8FC09C1CFB8}" type="parTrans" cxnId="{EF0C6644-4306-4D31-BBAA-D99733D8B61A}">
      <dgm:prSet/>
      <dgm:spPr/>
      <dgm:t>
        <a:bodyPr/>
        <a:lstStyle/>
        <a:p>
          <a:endParaRPr lang="en-US"/>
        </a:p>
      </dgm:t>
    </dgm:pt>
    <dgm:pt modelId="{2F88D8CC-44F8-4604-8F30-500E0BD71516}" type="sibTrans" cxnId="{EF0C6644-4306-4D31-BBAA-D99733D8B61A}">
      <dgm:prSet/>
      <dgm:spPr/>
      <dgm:t>
        <a:bodyPr/>
        <a:lstStyle/>
        <a:p>
          <a:endParaRPr lang="en-US"/>
        </a:p>
      </dgm:t>
    </dgm:pt>
    <dgm:pt modelId="{DAB85BD5-8EAE-4667-AABB-B65DB0CAACFB}">
      <dgm:prSet/>
      <dgm:spPr/>
      <dgm:t>
        <a:bodyPr/>
        <a:lstStyle/>
        <a:p>
          <a:r>
            <a:rPr lang="en-US"/>
            <a:t>Communicate with employees regularly and set the right examples.</a:t>
          </a:r>
        </a:p>
      </dgm:t>
    </dgm:pt>
    <dgm:pt modelId="{4F2CE611-3ED0-4FC9-A2A3-8A2800858D57}" type="parTrans" cxnId="{7F76677B-A06B-42E5-8932-6CF73499E1A8}">
      <dgm:prSet/>
      <dgm:spPr/>
      <dgm:t>
        <a:bodyPr/>
        <a:lstStyle/>
        <a:p>
          <a:endParaRPr lang="en-US"/>
        </a:p>
      </dgm:t>
    </dgm:pt>
    <dgm:pt modelId="{C0C6B3AA-C2D3-40A7-91F8-A79FAF192845}" type="sibTrans" cxnId="{7F76677B-A06B-42E5-8932-6CF73499E1A8}">
      <dgm:prSet/>
      <dgm:spPr/>
      <dgm:t>
        <a:bodyPr/>
        <a:lstStyle/>
        <a:p>
          <a:endParaRPr lang="en-US"/>
        </a:p>
      </dgm:t>
    </dgm:pt>
    <dgm:pt modelId="{21312010-5E84-42E1-B073-A275CDE5188A}">
      <dgm:prSet/>
      <dgm:spPr/>
      <dgm:t>
        <a:bodyPr/>
        <a:lstStyle/>
        <a:p>
          <a:r>
            <a:rPr lang="en-US"/>
            <a:t>Celebrate and reward those who exemplify desired culture.</a:t>
          </a:r>
        </a:p>
      </dgm:t>
    </dgm:pt>
    <dgm:pt modelId="{F17EC79B-1E9A-49A7-BDB5-869E53EA0229}" type="parTrans" cxnId="{7496B241-FE8A-463A-9507-922846EC07F6}">
      <dgm:prSet/>
      <dgm:spPr/>
      <dgm:t>
        <a:bodyPr/>
        <a:lstStyle/>
        <a:p>
          <a:endParaRPr lang="en-US"/>
        </a:p>
      </dgm:t>
    </dgm:pt>
    <dgm:pt modelId="{A12E8113-6A2C-495F-AE53-99DAF8A9A1C6}" type="sibTrans" cxnId="{7496B241-FE8A-463A-9507-922846EC07F6}">
      <dgm:prSet/>
      <dgm:spPr/>
      <dgm:t>
        <a:bodyPr/>
        <a:lstStyle/>
        <a:p>
          <a:endParaRPr lang="en-US"/>
        </a:p>
      </dgm:t>
    </dgm:pt>
    <dgm:pt modelId="{DDBCC84F-5AB2-4D7B-8A22-FD9B5FE5E450}" type="pres">
      <dgm:prSet presAssocID="{B0A857B8-5A7E-4F56-AC69-CE9925162C6D}" presName="linear" presStyleCnt="0">
        <dgm:presLayoutVars>
          <dgm:animLvl val="lvl"/>
          <dgm:resizeHandles val="exact"/>
        </dgm:presLayoutVars>
      </dgm:prSet>
      <dgm:spPr/>
    </dgm:pt>
    <dgm:pt modelId="{1387F45B-E679-4F20-AD3F-94DFA5A7092A}" type="pres">
      <dgm:prSet presAssocID="{48DD2799-6A8E-4D10-A99F-CC85417E17D8}" presName="parentText" presStyleLbl="node1" presStyleIdx="0" presStyleCnt="3">
        <dgm:presLayoutVars>
          <dgm:chMax val="0"/>
          <dgm:bulletEnabled val="1"/>
        </dgm:presLayoutVars>
      </dgm:prSet>
      <dgm:spPr/>
    </dgm:pt>
    <dgm:pt modelId="{652462D5-0CD9-4E88-86A4-15063BA25E73}" type="pres">
      <dgm:prSet presAssocID="{48DD2799-6A8E-4D10-A99F-CC85417E17D8}" presName="childText" presStyleLbl="revTx" presStyleIdx="0" presStyleCnt="3">
        <dgm:presLayoutVars>
          <dgm:bulletEnabled val="1"/>
        </dgm:presLayoutVars>
      </dgm:prSet>
      <dgm:spPr/>
    </dgm:pt>
    <dgm:pt modelId="{023E87AF-1A3D-4121-B604-CEB8F44681FD}" type="pres">
      <dgm:prSet presAssocID="{5804A9E2-C8D9-4575-9122-41EA87836473}" presName="parentText" presStyleLbl="node1" presStyleIdx="1" presStyleCnt="3">
        <dgm:presLayoutVars>
          <dgm:chMax val="0"/>
          <dgm:bulletEnabled val="1"/>
        </dgm:presLayoutVars>
      </dgm:prSet>
      <dgm:spPr/>
    </dgm:pt>
    <dgm:pt modelId="{2F5CB890-8010-4477-BF26-D72FA21B4DCF}" type="pres">
      <dgm:prSet presAssocID="{5804A9E2-C8D9-4575-9122-41EA87836473}" presName="childText" presStyleLbl="revTx" presStyleIdx="1" presStyleCnt="3">
        <dgm:presLayoutVars>
          <dgm:bulletEnabled val="1"/>
        </dgm:presLayoutVars>
      </dgm:prSet>
      <dgm:spPr/>
    </dgm:pt>
    <dgm:pt modelId="{B42B7B53-536E-49BE-9DD2-C88630BCE700}" type="pres">
      <dgm:prSet presAssocID="{E0F07C5C-FD17-412D-B912-8B0E2CAFEACC}" presName="parentText" presStyleLbl="node1" presStyleIdx="2" presStyleCnt="3">
        <dgm:presLayoutVars>
          <dgm:chMax val="0"/>
          <dgm:bulletEnabled val="1"/>
        </dgm:presLayoutVars>
      </dgm:prSet>
      <dgm:spPr/>
    </dgm:pt>
    <dgm:pt modelId="{B70CE731-DB92-4871-BA3C-3C927EE38252}" type="pres">
      <dgm:prSet presAssocID="{E0F07C5C-FD17-412D-B912-8B0E2CAFEACC}" presName="childText" presStyleLbl="revTx" presStyleIdx="2" presStyleCnt="3">
        <dgm:presLayoutVars>
          <dgm:bulletEnabled val="1"/>
        </dgm:presLayoutVars>
      </dgm:prSet>
      <dgm:spPr/>
    </dgm:pt>
  </dgm:ptLst>
  <dgm:cxnLst>
    <dgm:cxn modelId="{B7DBC717-F958-4711-AF7F-8238B8919B0C}" type="presOf" srcId="{8862026B-F0B9-4011-98BE-C79710B09093}" destId="{652462D5-0CD9-4E88-86A4-15063BA25E73}" srcOrd="0" destOrd="0" presId="urn:microsoft.com/office/officeart/2005/8/layout/vList2"/>
    <dgm:cxn modelId="{FDCCBA2B-80CD-4C0B-8EA6-F1C2371632DF}" type="presOf" srcId="{21312010-5E84-42E1-B073-A275CDE5188A}" destId="{B70CE731-DB92-4871-BA3C-3C927EE38252}" srcOrd="0" destOrd="2" presId="urn:microsoft.com/office/officeart/2005/8/layout/vList2"/>
    <dgm:cxn modelId="{34C2FC3A-089E-4989-AAD7-F4D7BA731227}" type="presOf" srcId="{5804A9E2-C8D9-4575-9122-41EA87836473}" destId="{023E87AF-1A3D-4121-B604-CEB8F44681FD}" srcOrd="0" destOrd="0" presId="urn:microsoft.com/office/officeart/2005/8/layout/vList2"/>
    <dgm:cxn modelId="{CEE92E3E-CC58-4BF6-8E4E-4CF583EDA5B6}" type="presOf" srcId="{E0F07C5C-FD17-412D-B912-8B0E2CAFEACC}" destId="{B42B7B53-536E-49BE-9DD2-C88630BCE700}" srcOrd="0" destOrd="0" presId="urn:microsoft.com/office/officeart/2005/8/layout/vList2"/>
    <dgm:cxn modelId="{DA2F083F-D11F-4849-BA68-DB6FAE8B52DC}" type="presOf" srcId="{A5B1C94A-1C16-48B3-B2E9-9A05D442C1A8}" destId="{2F5CB890-8010-4477-BF26-D72FA21B4DCF}" srcOrd="0" destOrd="1" presId="urn:microsoft.com/office/officeart/2005/8/layout/vList2"/>
    <dgm:cxn modelId="{7496B241-FE8A-463A-9507-922846EC07F6}" srcId="{E0F07C5C-FD17-412D-B912-8B0E2CAFEACC}" destId="{21312010-5E84-42E1-B073-A275CDE5188A}" srcOrd="2" destOrd="0" parTransId="{F17EC79B-1E9A-49A7-BDB5-869E53EA0229}" sibTransId="{A12E8113-6A2C-495F-AE53-99DAF8A9A1C6}"/>
    <dgm:cxn modelId="{EF0C6644-4306-4D31-BBAA-D99733D8B61A}" srcId="{E0F07C5C-FD17-412D-B912-8B0E2CAFEACC}" destId="{8EB4FB12-BBF3-4A9D-8EBD-A3375395DE2F}" srcOrd="0" destOrd="0" parTransId="{E8FE952C-E901-4BDE-96EC-F8FC09C1CFB8}" sibTransId="{2F88D8CC-44F8-4604-8F30-500E0BD71516}"/>
    <dgm:cxn modelId="{196BBF4D-D630-4B4E-8E73-4D8171E9EC58}" type="presOf" srcId="{E52AAC39-592F-4858-83FF-612D22EBE978}" destId="{2F5CB890-8010-4477-BF26-D72FA21B4DCF}" srcOrd="0" destOrd="0" presId="urn:microsoft.com/office/officeart/2005/8/layout/vList2"/>
    <dgm:cxn modelId="{BD80D54F-3170-416B-8A4F-DD4C97A9304A}" type="presOf" srcId="{8EB4FB12-BBF3-4A9D-8EBD-A3375395DE2F}" destId="{B70CE731-DB92-4871-BA3C-3C927EE38252}" srcOrd="0" destOrd="0" presId="urn:microsoft.com/office/officeart/2005/8/layout/vList2"/>
    <dgm:cxn modelId="{BBA9C671-3376-4FFC-A0DB-C88EBC44C204}" srcId="{B0A857B8-5A7E-4F56-AC69-CE9925162C6D}" destId="{E0F07C5C-FD17-412D-B912-8B0E2CAFEACC}" srcOrd="2" destOrd="0" parTransId="{FFC5EC1F-CE22-43A7-A82C-0D250EDDD966}" sibTransId="{7E08DB1A-B223-4FE0-BB24-FE0927CEE207}"/>
    <dgm:cxn modelId="{98FC2552-F574-45D2-8E95-C391A1306035}" srcId="{5804A9E2-C8D9-4575-9122-41EA87836473}" destId="{E52AAC39-592F-4858-83FF-612D22EBE978}" srcOrd="0" destOrd="0" parTransId="{800BD426-378A-41BC-9D2E-7DDEC84EFDF6}" sibTransId="{2590D9FA-8F8E-480F-A3B7-CBDC570E4DCE}"/>
    <dgm:cxn modelId="{7F76677B-A06B-42E5-8932-6CF73499E1A8}" srcId="{E0F07C5C-FD17-412D-B912-8B0E2CAFEACC}" destId="{DAB85BD5-8EAE-4667-AABB-B65DB0CAACFB}" srcOrd="1" destOrd="0" parTransId="{4F2CE611-3ED0-4FC9-A2A3-8A2800858D57}" sibTransId="{C0C6B3AA-C2D3-40A7-91F8-A79FAF192845}"/>
    <dgm:cxn modelId="{87EE488C-CEBB-4FDC-8109-5D8C4D355CED}" type="presOf" srcId="{087285A0-0995-424C-8EF6-24506C41BB29}" destId="{2F5CB890-8010-4477-BF26-D72FA21B4DCF}" srcOrd="0" destOrd="4" presId="urn:microsoft.com/office/officeart/2005/8/layout/vList2"/>
    <dgm:cxn modelId="{B41AA18E-D414-4828-AE4B-954D9F2D8068}" srcId="{5804A9E2-C8D9-4575-9122-41EA87836473}" destId="{4D97AE1D-D885-4A47-9632-52C901A5156D}" srcOrd="3" destOrd="0" parTransId="{599F3626-0709-469A-9ACB-ADF97FF508F4}" sibTransId="{7A83C67A-8356-419D-BA7D-C81A1ADACB40}"/>
    <dgm:cxn modelId="{EED0D996-91C8-4A92-AA4C-122D7F270E83}" type="presOf" srcId="{48DD2799-6A8E-4D10-A99F-CC85417E17D8}" destId="{1387F45B-E679-4F20-AD3F-94DFA5A7092A}" srcOrd="0" destOrd="0" presId="urn:microsoft.com/office/officeart/2005/8/layout/vList2"/>
    <dgm:cxn modelId="{A54ABF97-A625-4417-BFB2-C1F46921548E}" srcId="{5804A9E2-C8D9-4575-9122-41EA87836473}" destId="{0834ABAD-3D9D-4386-A1BA-05F616A11468}" srcOrd="2" destOrd="0" parTransId="{36FFA83D-2B9B-46EE-8761-A8FE61CE04C1}" sibTransId="{A785A6B9-45F4-48EC-9BEB-C6674B2CE1A4}"/>
    <dgm:cxn modelId="{21DB9DB1-E9EE-4E74-B6DF-5FBA45B033C5}" srcId="{B0A857B8-5A7E-4F56-AC69-CE9925162C6D}" destId="{5804A9E2-C8D9-4575-9122-41EA87836473}" srcOrd="1" destOrd="0" parTransId="{8CA20695-76B7-4481-91B2-FE657EDEA431}" sibTransId="{0DAB839C-2914-423B-B42A-5A5DAAB91B88}"/>
    <dgm:cxn modelId="{AA8C51B8-43D2-465D-92A8-E9DE8F15CE2D}" srcId="{B0A857B8-5A7E-4F56-AC69-CE9925162C6D}" destId="{48DD2799-6A8E-4D10-A99F-CC85417E17D8}" srcOrd="0" destOrd="0" parTransId="{7C05AFAF-EE38-4C70-95A7-01BDDBF7F04D}" sibTransId="{096A7B0C-17AC-4BCB-A167-97380C05BD01}"/>
    <dgm:cxn modelId="{6EF75BBD-0AFB-428A-9058-B277671F482C}" type="presOf" srcId="{0834ABAD-3D9D-4386-A1BA-05F616A11468}" destId="{2F5CB890-8010-4477-BF26-D72FA21B4DCF}" srcOrd="0" destOrd="2" presId="urn:microsoft.com/office/officeart/2005/8/layout/vList2"/>
    <dgm:cxn modelId="{CCFBF1C2-2E71-4B29-8593-4728C5BE1524}" type="presOf" srcId="{4D97AE1D-D885-4A47-9632-52C901A5156D}" destId="{2F5CB890-8010-4477-BF26-D72FA21B4DCF}" srcOrd="0" destOrd="3" presId="urn:microsoft.com/office/officeart/2005/8/layout/vList2"/>
    <dgm:cxn modelId="{D02B8FC8-A476-4E97-B4DB-88AB4DE996B8}" srcId="{48DD2799-6A8E-4D10-A99F-CC85417E17D8}" destId="{8862026B-F0B9-4011-98BE-C79710B09093}" srcOrd="0" destOrd="0" parTransId="{35DB622E-9D2A-43F6-BB29-FDA752FE0358}" sibTransId="{28051401-9DD3-4EF5-AAE3-735902EEE638}"/>
    <dgm:cxn modelId="{1C2030D3-84A7-44B2-8F2B-0E74877D3168}" type="presOf" srcId="{C683AA99-D2DC-41FD-9077-815ED4FB43E1}" destId="{652462D5-0CD9-4E88-86A4-15063BA25E73}" srcOrd="0" destOrd="1" presId="urn:microsoft.com/office/officeart/2005/8/layout/vList2"/>
    <dgm:cxn modelId="{F30D27D4-B20A-495A-BF87-483EC8EFC804}" srcId="{5804A9E2-C8D9-4575-9122-41EA87836473}" destId="{087285A0-0995-424C-8EF6-24506C41BB29}" srcOrd="4" destOrd="0" parTransId="{91D9D7C1-E459-46D7-B1A1-96E3DBAFC3CE}" sibTransId="{D4F3F5CB-58A3-4E13-B178-BA03180CE585}"/>
    <dgm:cxn modelId="{95B39FE5-0907-4AAF-BBB1-C0393754F0FC}" type="presOf" srcId="{B0A857B8-5A7E-4F56-AC69-CE9925162C6D}" destId="{DDBCC84F-5AB2-4D7B-8A22-FD9B5FE5E450}" srcOrd="0" destOrd="0" presId="urn:microsoft.com/office/officeart/2005/8/layout/vList2"/>
    <dgm:cxn modelId="{EA3892EE-D2E8-45FE-8883-57DFB689223F}" srcId="{48DD2799-6A8E-4D10-A99F-CC85417E17D8}" destId="{C683AA99-D2DC-41FD-9077-815ED4FB43E1}" srcOrd="1" destOrd="0" parTransId="{19AA78A4-44D1-4F11-B3D2-AFEB11C8ADA0}" sibTransId="{D137D175-A289-4FA8-B5B0-D47E89EF96CB}"/>
    <dgm:cxn modelId="{CEAA54FB-A9F8-4B0E-8521-8AFAA27BB9C7}" type="presOf" srcId="{DAB85BD5-8EAE-4667-AABB-B65DB0CAACFB}" destId="{B70CE731-DB92-4871-BA3C-3C927EE38252}" srcOrd="0" destOrd="1" presId="urn:microsoft.com/office/officeart/2005/8/layout/vList2"/>
    <dgm:cxn modelId="{3288A5FC-910B-490C-9E2B-147D77A5C729}" srcId="{5804A9E2-C8D9-4575-9122-41EA87836473}" destId="{A5B1C94A-1C16-48B3-B2E9-9A05D442C1A8}" srcOrd="1" destOrd="0" parTransId="{0DE009BE-1487-4977-BE68-0C7F0DB7DDD8}" sibTransId="{1CE519F9-7193-43B5-83AD-FE969776928F}"/>
    <dgm:cxn modelId="{8B7F8E2B-CF67-4D83-ABC6-F81BEC4DC4EF}" type="presParOf" srcId="{DDBCC84F-5AB2-4D7B-8A22-FD9B5FE5E450}" destId="{1387F45B-E679-4F20-AD3F-94DFA5A7092A}" srcOrd="0" destOrd="0" presId="urn:microsoft.com/office/officeart/2005/8/layout/vList2"/>
    <dgm:cxn modelId="{3624149B-A469-4BFD-827D-E7F399E49625}" type="presParOf" srcId="{DDBCC84F-5AB2-4D7B-8A22-FD9B5FE5E450}" destId="{652462D5-0CD9-4E88-86A4-15063BA25E73}" srcOrd="1" destOrd="0" presId="urn:microsoft.com/office/officeart/2005/8/layout/vList2"/>
    <dgm:cxn modelId="{57E87713-6ABE-4467-BCA7-E42BF7C1B494}" type="presParOf" srcId="{DDBCC84F-5AB2-4D7B-8A22-FD9B5FE5E450}" destId="{023E87AF-1A3D-4121-B604-CEB8F44681FD}" srcOrd="2" destOrd="0" presId="urn:microsoft.com/office/officeart/2005/8/layout/vList2"/>
    <dgm:cxn modelId="{2359FBDA-BF8A-4323-8755-690B993C1584}" type="presParOf" srcId="{DDBCC84F-5AB2-4D7B-8A22-FD9B5FE5E450}" destId="{2F5CB890-8010-4477-BF26-D72FA21B4DCF}" srcOrd="3" destOrd="0" presId="urn:microsoft.com/office/officeart/2005/8/layout/vList2"/>
    <dgm:cxn modelId="{82C77E12-92B2-4184-96EE-2EDA9FF43E19}" type="presParOf" srcId="{DDBCC84F-5AB2-4D7B-8A22-FD9B5FE5E450}" destId="{B42B7B53-536E-49BE-9DD2-C88630BCE700}" srcOrd="4" destOrd="0" presId="urn:microsoft.com/office/officeart/2005/8/layout/vList2"/>
    <dgm:cxn modelId="{98B20F45-4DC5-4D3F-B63D-E31DC43214C6}" type="presParOf" srcId="{DDBCC84F-5AB2-4D7B-8A22-FD9B5FE5E450}" destId="{B70CE731-DB92-4871-BA3C-3C927EE3825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1EF355C-C557-4B08-B515-01FCBD747209}" type="doc">
      <dgm:prSet loTypeId="urn:microsoft.com/office/officeart/2005/8/layout/hierarchy1" loCatId="hierarchy" qsTypeId="urn:microsoft.com/office/officeart/2005/8/quickstyle/simple2" qsCatId="simple" csTypeId="urn:microsoft.com/office/officeart/2005/8/colors/accent1_2" csCatId="accent1"/>
      <dgm:spPr/>
      <dgm:t>
        <a:bodyPr/>
        <a:lstStyle/>
        <a:p>
          <a:endParaRPr lang="en-US"/>
        </a:p>
      </dgm:t>
    </dgm:pt>
    <dgm:pt modelId="{8AA2F4BC-38D2-4298-A487-28D6A2A28DCC}">
      <dgm:prSet/>
      <dgm:spPr/>
      <dgm:t>
        <a:bodyPr/>
        <a:lstStyle/>
        <a:p>
          <a:r>
            <a:rPr lang="en-US"/>
            <a:t>In Amazon’s 2017 annual report, Bezos wrote, “Building a culture of high standards is well worth the effort, and there are many benefits. Naturally and most obviously you’re going to build better products and services for customers” </a:t>
          </a:r>
        </a:p>
      </dgm:t>
    </dgm:pt>
    <dgm:pt modelId="{B9171A3A-9FB3-4F97-91C6-75747B9136B0}" type="parTrans" cxnId="{5C2CDFD0-6A72-413D-8038-218D09A0A850}">
      <dgm:prSet/>
      <dgm:spPr/>
      <dgm:t>
        <a:bodyPr/>
        <a:lstStyle/>
        <a:p>
          <a:endParaRPr lang="en-US"/>
        </a:p>
      </dgm:t>
    </dgm:pt>
    <dgm:pt modelId="{CA40294F-EEA4-490A-B279-26CE537F1C2A}" type="sibTrans" cxnId="{5C2CDFD0-6A72-413D-8038-218D09A0A850}">
      <dgm:prSet/>
      <dgm:spPr/>
      <dgm:t>
        <a:bodyPr/>
        <a:lstStyle/>
        <a:p>
          <a:endParaRPr lang="en-US"/>
        </a:p>
      </dgm:t>
    </dgm:pt>
    <dgm:pt modelId="{982E462A-2A52-4C4C-9A2C-D3FA3834BEFF}">
      <dgm:prSet/>
      <dgm:spPr/>
      <dgm:t>
        <a:bodyPr/>
        <a:lstStyle/>
        <a:p>
          <a:r>
            <a:rPr lang="en-US" i="1"/>
            <a:t>Is it possible for a company to be as successful as Amazon without having a culture of “high standards”? Why or why not?</a:t>
          </a:r>
          <a:endParaRPr lang="en-US"/>
        </a:p>
      </dgm:t>
    </dgm:pt>
    <dgm:pt modelId="{20E5BD1A-7B0E-4AD9-82A9-FDE559D23542}" type="parTrans" cxnId="{F7FADEBD-FA5C-4E89-AF5F-D0413D536FED}">
      <dgm:prSet/>
      <dgm:spPr/>
      <dgm:t>
        <a:bodyPr/>
        <a:lstStyle/>
        <a:p>
          <a:endParaRPr lang="en-US"/>
        </a:p>
      </dgm:t>
    </dgm:pt>
    <dgm:pt modelId="{62A0E1CE-7557-421B-8B40-76615EB033CB}" type="sibTrans" cxnId="{F7FADEBD-FA5C-4E89-AF5F-D0413D536FED}">
      <dgm:prSet/>
      <dgm:spPr/>
      <dgm:t>
        <a:bodyPr/>
        <a:lstStyle/>
        <a:p>
          <a:endParaRPr lang="en-US"/>
        </a:p>
      </dgm:t>
    </dgm:pt>
    <dgm:pt modelId="{75D0582F-4836-45E4-853C-CA572343927E}">
      <dgm:prSet/>
      <dgm:spPr/>
      <dgm:t>
        <a:bodyPr/>
        <a:lstStyle/>
        <a:p>
          <a:r>
            <a:rPr lang="en-US" i="1"/>
            <a:t>To what degree do and can employees “self-select” their work environments? How does Bezos’s belief inform Amazon’s reported treatment of its employees?</a:t>
          </a:r>
          <a:endParaRPr lang="en-US"/>
        </a:p>
      </dgm:t>
    </dgm:pt>
    <dgm:pt modelId="{FC0307B6-E4C0-4D3E-84FB-8557CBD718A1}" type="parTrans" cxnId="{0FBBBEBA-ECB6-465E-93EF-CAFA1A8027BD}">
      <dgm:prSet/>
      <dgm:spPr/>
      <dgm:t>
        <a:bodyPr/>
        <a:lstStyle/>
        <a:p>
          <a:endParaRPr lang="en-US"/>
        </a:p>
      </dgm:t>
    </dgm:pt>
    <dgm:pt modelId="{BD4D00F9-D747-4F2F-BB17-FEF85AE3C0B1}" type="sibTrans" cxnId="{0FBBBEBA-ECB6-465E-93EF-CAFA1A8027BD}">
      <dgm:prSet/>
      <dgm:spPr/>
      <dgm:t>
        <a:bodyPr/>
        <a:lstStyle/>
        <a:p>
          <a:endParaRPr lang="en-US"/>
        </a:p>
      </dgm:t>
    </dgm:pt>
    <dgm:pt modelId="{8BE49F86-C5EC-4933-8934-6CBE94AA4575}" type="pres">
      <dgm:prSet presAssocID="{91EF355C-C557-4B08-B515-01FCBD747209}" presName="hierChild1" presStyleCnt="0">
        <dgm:presLayoutVars>
          <dgm:chPref val="1"/>
          <dgm:dir/>
          <dgm:animOne val="branch"/>
          <dgm:animLvl val="lvl"/>
          <dgm:resizeHandles/>
        </dgm:presLayoutVars>
      </dgm:prSet>
      <dgm:spPr/>
    </dgm:pt>
    <dgm:pt modelId="{E9DC34C6-D82F-49CC-B4A3-B788A13A9804}" type="pres">
      <dgm:prSet presAssocID="{8AA2F4BC-38D2-4298-A487-28D6A2A28DCC}" presName="hierRoot1" presStyleCnt="0"/>
      <dgm:spPr/>
    </dgm:pt>
    <dgm:pt modelId="{2A6F9A3A-9A50-490A-82E3-81F525685552}" type="pres">
      <dgm:prSet presAssocID="{8AA2F4BC-38D2-4298-A487-28D6A2A28DCC}" presName="composite" presStyleCnt="0"/>
      <dgm:spPr/>
    </dgm:pt>
    <dgm:pt modelId="{040C8B33-0D42-41FA-8269-889F93620049}" type="pres">
      <dgm:prSet presAssocID="{8AA2F4BC-38D2-4298-A487-28D6A2A28DCC}" presName="background" presStyleLbl="node0" presStyleIdx="0" presStyleCnt="1"/>
      <dgm:spPr/>
    </dgm:pt>
    <dgm:pt modelId="{CE930CB9-37EC-45B4-8E0B-F03841565B28}" type="pres">
      <dgm:prSet presAssocID="{8AA2F4BC-38D2-4298-A487-28D6A2A28DCC}" presName="text" presStyleLbl="fgAcc0" presStyleIdx="0" presStyleCnt="1">
        <dgm:presLayoutVars>
          <dgm:chPref val="3"/>
        </dgm:presLayoutVars>
      </dgm:prSet>
      <dgm:spPr/>
    </dgm:pt>
    <dgm:pt modelId="{88F3DC62-39F4-4657-AF01-81E098B84526}" type="pres">
      <dgm:prSet presAssocID="{8AA2F4BC-38D2-4298-A487-28D6A2A28DCC}" presName="hierChild2" presStyleCnt="0"/>
      <dgm:spPr/>
    </dgm:pt>
    <dgm:pt modelId="{ABF0F442-28CF-4099-A39A-5B019FEBABC8}" type="pres">
      <dgm:prSet presAssocID="{20E5BD1A-7B0E-4AD9-82A9-FDE559D23542}" presName="Name10" presStyleLbl="parChTrans1D2" presStyleIdx="0" presStyleCnt="2"/>
      <dgm:spPr/>
    </dgm:pt>
    <dgm:pt modelId="{D511CE8F-B410-4837-89FA-A29642E5CA31}" type="pres">
      <dgm:prSet presAssocID="{982E462A-2A52-4C4C-9A2C-D3FA3834BEFF}" presName="hierRoot2" presStyleCnt="0"/>
      <dgm:spPr/>
    </dgm:pt>
    <dgm:pt modelId="{E401941B-820E-4297-AD43-641225B95E9D}" type="pres">
      <dgm:prSet presAssocID="{982E462A-2A52-4C4C-9A2C-D3FA3834BEFF}" presName="composite2" presStyleCnt="0"/>
      <dgm:spPr/>
    </dgm:pt>
    <dgm:pt modelId="{FB485A22-B04F-4258-917F-E690F9A17D00}" type="pres">
      <dgm:prSet presAssocID="{982E462A-2A52-4C4C-9A2C-D3FA3834BEFF}" presName="background2" presStyleLbl="node2" presStyleIdx="0" presStyleCnt="2"/>
      <dgm:spPr/>
    </dgm:pt>
    <dgm:pt modelId="{D13D877E-CD4A-440C-ABF3-6F25014E8F23}" type="pres">
      <dgm:prSet presAssocID="{982E462A-2A52-4C4C-9A2C-D3FA3834BEFF}" presName="text2" presStyleLbl="fgAcc2" presStyleIdx="0" presStyleCnt="2">
        <dgm:presLayoutVars>
          <dgm:chPref val="3"/>
        </dgm:presLayoutVars>
      </dgm:prSet>
      <dgm:spPr/>
    </dgm:pt>
    <dgm:pt modelId="{464DA050-8797-4086-BDF6-1A61C6AC6C72}" type="pres">
      <dgm:prSet presAssocID="{982E462A-2A52-4C4C-9A2C-D3FA3834BEFF}" presName="hierChild3" presStyleCnt="0"/>
      <dgm:spPr/>
    </dgm:pt>
    <dgm:pt modelId="{E0635FC0-6EED-4273-8992-C1F0ABC269E7}" type="pres">
      <dgm:prSet presAssocID="{FC0307B6-E4C0-4D3E-84FB-8557CBD718A1}" presName="Name10" presStyleLbl="parChTrans1D2" presStyleIdx="1" presStyleCnt="2"/>
      <dgm:spPr/>
    </dgm:pt>
    <dgm:pt modelId="{637B722F-335F-4013-A33F-3A3E8DF5233C}" type="pres">
      <dgm:prSet presAssocID="{75D0582F-4836-45E4-853C-CA572343927E}" presName="hierRoot2" presStyleCnt="0"/>
      <dgm:spPr/>
    </dgm:pt>
    <dgm:pt modelId="{AF54D144-9515-4B9E-84AF-DB20798EF2AA}" type="pres">
      <dgm:prSet presAssocID="{75D0582F-4836-45E4-853C-CA572343927E}" presName="composite2" presStyleCnt="0"/>
      <dgm:spPr/>
    </dgm:pt>
    <dgm:pt modelId="{33178336-82CE-4E3D-ACE5-C7AFD037CBB8}" type="pres">
      <dgm:prSet presAssocID="{75D0582F-4836-45E4-853C-CA572343927E}" presName="background2" presStyleLbl="node2" presStyleIdx="1" presStyleCnt="2"/>
      <dgm:spPr/>
    </dgm:pt>
    <dgm:pt modelId="{AC7D8CD0-45DD-451B-B06F-495BEA367C3D}" type="pres">
      <dgm:prSet presAssocID="{75D0582F-4836-45E4-853C-CA572343927E}" presName="text2" presStyleLbl="fgAcc2" presStyleIdx="1" presStyleCnt="2">
        <dgm:presLayoutVars>
          <dgm:chPref val="3"/>
        </dgm:presLayoutVars>
      </dgm:prSet>
      <dgm:spPr/>
    </dgm:pt>
    <dgm:pt modelId="{1F80DE84-90CB-401D-AE4C-33718D596B7E}" type="pres">
      <dgm:prSet presAssocID="{75D0582F-4836-45E4-853C-CA572343927E}" presName="hierChild3" presStyleCnt="0"/>
      <dgm:spPr/>
    </dgm:pt>
  </dgm:ptLst>
  <dgm:cxnLst>
    <dgm:cxn modelId="{2E240C02-3318-4263-937F-8080EA66CEFF}" type="presOf" srcId="{FC0307B6-E4C0-4D3E-84FB-8557CBD718A1}" destId="{E0635FC0-6EED-4273-8992-C1F0ABC269E7}" srcOrd="0" destOrd="0" presId="urn:microsoft.com/office/officeart/2005/8/layout/hierarchy1"/>
    <dgm:cxn modelId="{0CB9F505-CBF4-467E-AA3E-F1A319FDDE79}" type="presOf" srcId="{8AA2F4BC-38D2-4298-A487-28D6A2A28DCC}" destId="{CE930CB9-37EC-45B4-8E0B-F03841565B28}" srcOrd="0" destOrd="0" presId="urn:microsoft.com/office/officeart/2005/8/layout/hierarchy1"/>
    <dgm:cxn modelId="{8CC31F4D-45EF-4E17-900B-ADFBAB3E486A}" type="presOf" srcId="{91EF355C-C557-4B08-B515-01FCBD747209}" destId="{8BE49F86-C5EC-4933-8934-6CBE94AA4575}" srcOrd="0" destOrd="0" presId="urn:microsoft.com/office/officeart/2005/8/layout/hierarchy1"/>
    <dgm:cxn modelId="{CF10267D-8C0C-4EBF-A7E8-4D99F0534C7F}" type="presOf" srcId="{20E5BD1A-7B0E-4AD9-82A9-FDE559D23542}" destId="{ABF0F442-28CF-4099-A39A-5B019FEBABC8}" srcOrd="0" destOrd="0" presId="urn:microsoft.com/office/officeart/2005/8/layout/hierarchy1"/>
    <dgm:cxn modelId="{0FBBBEBA-ECB6-465E-93EF-CAFA1A8027BD}" srcId="{8AA2F4BC-38D2-4298-A487-28D6A2A28DCC}" destId="{75D0582F-4836-45E4-853C-CA572343927E}" srcOrd="1" destOrd="0" parTransId="{FC0307B6-E4C0-4D3E-84FB-8557CBD718A1}" sibTransId="{BD4D00F9-D747-4F2F-BB17-FEF85AE3C0B1}"/>
    <dgm:cxn modelId="{F7FADEBD-FA5C-4E89-AF5F-D0413D536FED}" srcId="{8AA2F4BC-38D2-4298-A487-28D6A2A28DCC}" destId="{982E462A-2A52-4C4C-9A2C-D3FA3834BEFF}" srcOrd="0" destOrd="0" parTransId="{20E5BD1A-7B0E-4AD9-82A9-FDE559D23542}" sibTransId="{62A0E1CE-7557-421B-8B40-76615EB033CB}"/>
    <dgm:cxn modelId="{5C2CDFD0-6A72-413D-8038-218D09A0A850}" srcId="{91EF355C-C557-4B08-B515-01FCBD747209}" destId="{8AA2F4BC-38D2-4298-A487-28D6A2A28DCC}" srcOrd="0" destOrd="0" parTransId="{B9171A3A-9FB3-4F97-91C6-75747B9136B0}" sibTransId="{CA40294F-EEA4-490A-B279-26CE537F1C2A}"/>
    <dgm:cxn modelId="{5444D0E1-FF06-408C-8C73-6BC234348128}" type="presOf" srcId="{982E462A-2A52-4C4C-9A2C-D3FA3834BEFF}" destId="{D13D877E-CD4A-440C-ABF3-6F25014E8F23}" srcOrd="0" destOrd="0" presId="urn:microsoft.com/office/officeart/2005/8/layout/hierarchy1"/>
    <dgm:cxn modelId="{535DF7F1-85AC-4F04-9CBE-A88F49FD8F21}" type="presOf" srcId="{75D0582F-4836-45E4-853C-CA572343927E}" destId="{AC7D8CD0-45DD-451B-B06F-495BEA367C3D}" srcOrd="0" destOrd="0" presId="urn:microsoft.com/office/officeart/2005/8/layout/hierarchy1"/>
    <dgm:cxn modelId="{25AF593B-6204-44C5-8837-BF20A54B7B7B}" type="presParOf" srcId="{8BE49F86-C5EC-4933-8934-6CBE94AA4575}" destId="{E9DC34C6-D82F-49CC-B4A3-B788A13A9804}" srcOrd="0" destOrd="0" presId="urn:microsoft.com/office/officeart/2005/8/layout/hierarchy1"/>
    <dgm:cxn modelId="{A6E440B4-917D-4342-9905-BB14FF1C353C}" type="presParOf" srcId="{E9DC34C6-D82F-49CC-B4A3-B788A13A9804}" destId="{2A6F9A3A-9A50-490A-82E3-81F525685552}" srcOrd="0" destOrd="0" presId="urn:microsoft.com/office/officeart/2005/8/layout/hierarchy1"/>
    <dgm:cxn modelId="{AA0FDE4C-FFC4-4322-A829-0F48565A55A4}" type="presParOf" srcId="{2A6F9A3A-9A50-490A-82E3-81F525685552}" destId="{040C8B33-0D42-41FA-8269-889F93620049}" srcOrd="0" destOrd="0" presId="urn:microsoft.com/office/officeart/2005/8/layout/hierarchy1"/>
    <dgm:cxn modelId="{AAD4E492-85D6-4B78-8071-138E42DA02BA}" type="presParOf" srcId="{2A6F9A3A-9A50-490A-82E3-81F525685552}" destId="{CE930CB9-37EC-45B4-8E0B-F03841565B28}" srcOrd="1" destOrd="0" presId="urn:microsoft.com/office/officeart/2005/8/layout/hierarchy1"/>
    <dgm:cxn modelId="{308E7716-31CA-4823-A0F0-57DAFD36FF57}" type="presParOf" srcId="{E9DC34C6-D82F-49CC-B4A3-B788A13A9804}" destId="{88F3DC62-39F4-4657-AF01-81E098B84526}" srcOrd="1" destOrd="0" presId="urn:microsoft.com/office/officeart/2005/8/layout/hierarchy1"/>
    <dgm:cxn modelId="{C88C0048-5CFD-4864-A7B2-E1F6DF6D7811}" type="presParOf" srcId="{88F3DC62-39F4-4657-AF01-81E098B84526}" destId="{ABF0F442-28CF-4099-A39A-5B019FEBABC8}" srcOrd="0" destOrd="0" presId="urn:microsoft.com/office/officeart/2005/8/layout/hierarchy1"/>
    <dgm:cxn modelId="{A79EF7F0-9BAA-4D62-B2A8-AD5D5E13BF2E}" type="presParOf" srcId="{88F3DC62-39F4-4657-AF01-81E098B84526}" destId="{D511CE8F-B410-4837-89FA-A29642E5CA31}" srcOrd="1" destOrd="0" presId="urn:microsoft.com/office/officeart/2005/8/layout/hierarchy1"/>
    <dgm:cxn modelId="{F65FDAE8-F752-411C-ADD6-EA6A3DAEF926}" type="presParOf" srcId="{D511CE8F-B410-4837-89FA-A29642E5CA31}" destId="{E401941B-820E-4297-AD43-641225B95E9D}" srcOrd="0" destOrd="0" presId="urn:microsoft.com/office/officeart/2005/8/layout/hierarchy1"/>
    <dgm:cxn modelId="{A4CFB372-1D9B-4428-BFBA-02B899C38633}" type="presParOf" srcId="{E401941B-820E-4297-AD43-641225B95E9D}" destId="{FB485A22-B04F-4258-917F-E690F9A17D00}" srcOrd="0" destOrd="0" presId="urn:microsoft.com/office/officeart/2005/8/layout/hierarchy1"/>
    <dgm:cxn modelId="{A5659C33-AF8D-4113-B3B8-E29A90D324BB}" type="presParOf" srcId="{E401941B-820E-4297-AD43-641225B95E9D}" destId="{D13D877E-CD4A-440C-ABF3-6F25014E8F23}" srcOrd="1" destOrd="0" presId="urn:microsoft.com/office/officeart/2005/8/layout/hierarchy1"/>
    <dgm:cxn modelId="{0E31214A-44B2-4149-9AFD-73F86BD95810}" type="presParOf" srcId="{D511CE8F-B410-4837-89FA-A29642E5CA31}" destId="{464DA050-8797-4086-BDF6-1A61C6AC6C72}" srcOrd="1" destOrd="0" presId="urn:microsoft.com/office/officeart/2005/8/layout/hierarchy1"/>
    <dgm:cxn modelId="{DA313D85-A96E-4077-84CA-0C9B781B4C67}" type="presParOf" srcId="{88F3DC62-39F4-4657-AF01-81E098B84526}" destId="{E0635FC0-6EED-4273-8992-C1F0ABC269E7}" srcOrd="2" destOrd="0" presId="urn:microsoft.com/office/officeart/2005/8/layout/hierarchy1"/>
    <dgm:cxn modelId="{E22E832B-80E2-4352-BC62-FFB253B0B89A}" type="presParOf" srcId="{88F3DC62-39F4-4657-AF01-81E098B84526}" destId="{637B722F-335F-4013-A33F-3A3E8DF5233C}" srcOrd="3" destOrd="0" presId="urn:microsoft.com/office/officeart/2005/8/layout/hierarchy1"/>
    <dgm:cxn modelId="{144B95DD-A353-4B5C-8D92-6BF27ED7AADE}" type="presParOf" srcId="{637B722F-335F-4013-A33F-3A3E8DF5233C}" destId="{AF54D144-9515-4B9E-84AF-DB20798EF2AA}" srcOrd="0" destOrd="0" presId="urn:microsoft.com/office/officeart/2005/8/layout/hierarchy1"/>
    <dgm:cxn modelId="{50222344-DB2C-47A9-A656-414D9303401C}" type="presParOf" srcId="{AF54D144-9515-4B9E-84AF-DB20798EF2AA}" destId="{33178336-82CE-4E3D-ACE5-C7AFD037CBB8}" srcOrd="0" destOrd="0" presId="urn:microsoft.com/office/officeart/2005/8/layout/hierarchy1"/>
    <dgm:cxn modelId="{F3FCA470-7C28-472D-9EBD-BEC32762867D}" type="presParOf" srcId="{AF54D144-9515-4B9E-84AF-DB20798EF2AA}" destId="{AC7D8CD0-45DD-451B-B06F-495BEA367C3D}" srcOrd="1" destOrd="0" presId="urn:microsoft.com/office/officeart/2005/8/layout/hierarchy1"/>
    <dgm:cxn modelId="{460CCCB2-D991-4949-9A43-F628E2A42227}" type="presParOf" srcId="{637B722F-335F-4013-A33F-3A3E8DF5233C}" destId="{1F80DE84-90CB-401D-AE4C-33718D596B7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369F07A-C3DD-4A1A-8545-A1D5C0797174}" type="doc">
      <dgm:prSet loTypeId="urn:microsoft.com/office/officeart/2016/7/layout/LinearArrowProcessNumbered" loCatId="process" qsTypeId="urn:microsoft.com/office/officeart/2005/8/quickstyle/simple1" qsCatId="simple" csTypeId="urn:microsoft.com/office/officeart/2005/8/colors/accent1_2" csCatId="accent1"/>
      <dgm:spPr/>
      <dgm:t>
        <a:bodyPr/>
        <a:lstStyle/>
        <a:p>
          <a:endParaRPr lang="en-US"/>
        </a:p>
      </dgm:t>
    </dgm:pt>
    <dgm:pt modelId="{79230C1E-DD48-4DB3-9225-D71D38DD3879}">
      <dgm:prSet/>
      <dgm:spPr/>
      <dgm:t>
        <a:bodyPr/>
        <a:lstStyle/>
        <a:p>
          <a:r>
            <a:rPr lang="en-US"/>
            <a:t>Describe how environmental forces influence organizations and how organizations can influence their environments. </a:t>
          </a:r>
        </a:p>
      </dgm:t>
    </dgm:pt>
    <dgm:pt modelId="{1371444B-D534-4F96-9D5F-D9C85A55FA61}" type="parTrans" cxnId="{0E66B396-9DD7-4CD3-BF6F-A99A320CEF6E}">
      <dgm:prSet/>
      <dgm:spPr/>
      <dgm:t>
        <a:bodyPr/>
        <a:lstStyle/>
        <a:p>
          <a:endParaRPr lang="en-US"/>
        </a:p>
      </dgm:t>
    </dgm:pt>
    <dgm:pt modelId="{B226CF80-D771-4409-B51B-CA34B9A7D068}" type="sibTrans" cxnId="{0E66B396-9DD7-4CD3-BF6F-A99A320CEF6E}">
      <dgm:prSet phldrT="1" phldr="0"/>
      <dgm:spPr/>
      <dgm:t>
        <a:bodyPr/>
        <a:lstStyle/>
        <a:p>
          <a:r>
            <a:rPr lang="en-US"/>
            <a:t>1</a:t>
          </a:r>
        </a:p>
      </dgm:t>
    </dgm:pt>
    <dgm:pt modelId="{779A3395-BB78-43E6-A446-13DC5252AFC4}">
      <dgm:prSet/>
      <dgm:spPr/>
      <dgm:t>
        <a:bodyPr/>
        <a:lstStyle/>
        <a:p>
          <a:r>
            <a:rPr lang="en-US"/>
            <a:t>Distinguish between the macroenvironment and the competitive environment. </a:t>
          </a:r>
        </a:p>
      </dgm:t>
    </dgm:pt>
    <dgm:pt modelId="{76C38551-913E-4D4E-8817-77375482E5A7}" type="parTrans" cxnId="{978F899F-4669-4505-AAA7-7DBE2BD14EBB}">
      <dgm:prSet/>
      <dgm:spPr/>
      <dgm:t>
        <a:bodyPr/>
        <a:lstStyle/>
        <a:p>
          <a:endParaRPr lang="en-US"/>
        </a:p>
      </dgm:t>
    </dgm:pt>
    <dgm:pt modelId="{C8A4D9A7-39D0-43FB-B665-F8E3D8F723E0}" type="sibTrans" cxnId="{978F899F-4669-4505-AAA7-7DBE2BD14EBB}">
      <dgm:prSet phldrT="2" phldr="0"/>
      <dgm:spPr/>
      <dgm:t>
        <a:bodyPr/>
        <a:lstStyle/>
        <a:p>
          <a:r>
            <a:rPr lang="en-US"/>
            <a:t>2</a:t>
          </a:r>
        </a:p>
      </dgm:t>
    </dgm:pt>
    <dgm:pt modelId="{FF49132D-7CB6-4BD0-A96A-711F211B9E89}">
      <dgm:prSet/>
      <dgm:spPr/>
      <dgm:t>
        <a:bodyPr/>
        <a:lstStyle/>
        <a:p>
          <a:r>
            <a:rPr lang="en-US"/>
            <a:t>Identify elements of the competitive environment.</a:t>
          </a:r>
        </a:p>
      </dgm:t>
    </dgm:pt>
    <dgm:pt modelId="{32A93346-7F5A-4ECB-BDBB-F5464D95BD74}" type="parTrans" cxnId="{018416A3-16ED-4D7E-8A16-D19BD3F35CBB}">
      <dgm:prSet/>
      <dgm:spPr/>
      <dgm:t>
        <a:bodyPr/>
        <a:lstStyle/>
        <a:p>
          <a:endParaRPr lang="en-US"/>
        </a:p>
      </dgm:t>
    </dgm:pt>
    <dgm:pt modelId="{36D46CD0-AF4D-47C9-B452-CB068C6F03B2}" type="sibTrans" cxnId="{018416A3-16ED-4D7E-8A16-D19BD3F35CBB}">
      <dgm:prSet phldrT="3" phldr="0"/>
      <dgm:spPr/>
      <dgm:t>
        <a:bodyPr/>
        <a:lstStyle/>
        <a:p>
          <a:r>
            <a:rPr lang="en-US"/>
            <a:t>3</a:t>
          </a:r>
        </a:p>
      </dgm:t>
    </dgm:pt>
    <dgm:pt modelId="{0EAE9876-4CE8-45EF-87D5-15735B79C379}">
      <dgm:prSet/>
      <dgm:spPr/>
      <dgm:t>
        <a:bodyPr/>
        <a:lstStyle/>
        <a:p>
          <a:r>
            <a:rPr lang="en-US"/>
            <a:t>Summarize how organizations respond to environmental uncertainty. </a:t>
          </a:r>
        </a:p>
      </dgm:t>
    </dgm:pt>
    <dgm:pt modelId="{E12BF6F2-EFE1-47F7-B83A-A994137C143E}" type="parTrans" cxnId="{F0441587-BBB7-428C-A450-0AF39006EF0B}">
      <dgm:prSet/>
      <dgm:spPr/>
      <dgm:t>
        <a:bodyPr/>
        <a:lstStyle/>
        <a:p>
          <a:endParaRPr lang="en-US"/>
        </a:p>
      </dgm:t>
    </dgm:pt>
    <dgm:pt modelId="{8AED43B1-313D-42DF-81EB-B3FC1E2AE56A}" type="sibTrans" cxnId="{F0441587-BBB7-428C-A450-0AF39006EF0B}">
      <dgm:prSet phldrT="4" phldr="0"/>
      <dgm:spPr/>
      <dgm:t>
        <a:bodyPr/>
        <a:lstStyle/>
        <a:p>
          <a:r>
            <a:rPr lang="en-US"/>
            <a:t>4</a:t>
          </a:r>
        </a:p>
      </dgm:t>
    </dgm:pt>
    <dgm:pt modelId="{CF3E9DFD-53D9-416F-A86E-E4614F31A988}">
      <dgm:prSet/>
      <dgm:spPr/>
      <dgm:t>
        <a:bodyPr/>
        <a:lstStyle/>
        <a:p>
          <a:r>
            <a:rPr lang="en-US"/>
            <a:t>Define elements of an organization’s culture. </a:t>
          </a:r>
        </a:p>
      </dgm:t>
    </dgm:pt>
    <dgm:pt modelId="{5CC664D5-4D0B-4742-AB13-C38DEAD4752A}" type="parTrans" cxnId="{A7CF0377-62BA-459A-AEBE-FF44103D25A0}">
      <dgm:prSet/>
      <dgm:spPr/>
      <dgm:t>
        <a:bodyPr/>
        <a:lstStyle/>
        <a:p>
          <a:endParaRPr lang="en-US"/>
        </a:p>
      </dgm:t>
    </dgm:pt>
    <dgm:pt modelId="{B6EE7E54-B659-4CB5-9BF8-FF9F534DD10A}" type="sibTrans" cxnId="{A7CF0377-62BA-459A-AEBE-FF44103D25A0}">
      <dgm:prSet phldrT="5" phldr="0"/>
      <dgm:spPr/>
      <dgm:t>
        <a:bodyPr/>
        <a:lstStyle/>
        <a:p>
          <a:r>
            <a:rPr lang="en-US"/>
            <a:t>5</a:t>
          </a:r>
        </a:p>
      </dgm:t>
    </dgm:pt>
    <dgm:pt modelId="{CEFB300E-491A-40A7-85A2-28ECBD467B81}">
      <dgm:prSet/>
      <dgm:spPr/>
      <dgm:t>
        <a:bodyPr/>
        <a:lstStyle/>
        <a:p>
          <a:r>
            <a:rPr lang="en-US"/>
            <a:t>Discuss how an organization’s culture and climate affects its response to its external environment.</a:t>
          </a:r>
        </a:p>
      </dgm:t>
    </dgm:pt>
    <dgm:pt modelId="{93DCC048-AB69-48D1-AED9-BF975FBA96ED}" type="parTrans" cxnId="{FB9D0926-1E98-4D0A-AE31-414ACA6A064B}">
      <dgm:prSet/>
      <dgm:spPr/>
      <dgm:t>
        <a:bodyPr/>
        <a:lstStyle/>
        <a:p>
          <a:endParaRPr lang="en-US"/>
        </a:p>
      </dgm:t>
    </dgm:pt>
    <dgm:pt modelId="{4AAB19D8-EB95-4006-B0B7-969604BF4D8E}" type="sibTrans" cxnId="{FB9D0926-1E98-4D0A-AE31-414ACA6A064B}">
      <dgm:prSet phldrT="6" phldr="0"/>
      <dgm:spPr/>
      <dgm:t>
        <a:bodyPr/>
        <a:lstStyle/>
        <a:p>
          <a:r>
            <a:rPr lang="en-US"/>
            <a:t>6</a:t>
          </a:r>
        </a:p>
      </dgm:t>
    </dgm:pt>
    <dgm:pt modelId="{5707EA52-F9B1-47A3-8DC3-B8762D80F655}" type="pres">
      <dgm:prSet presAssocID="{F369F07A-C3DD-4A1A-8545-A1D5C0797174}" presName="linearFlow" presStyleCnt="0">
        <dgm:presLayoutVars>
          <dgm:dir/>
          <dgm:animLvl val="lvl"/>
          <dgm:resizeHandles val="exact"/>
        </dgm:presLayoutVars>
      </dgm:prSet>
      <dgm:spPr/>
    </dgm:pt>
    <dgm:pt modelId="{5432E07B-9745-46B8-B885-6BC164DA4818}" type="pres">
      <dgm:prSet presAssocID="{79230C1E-DD48-4DB3-9225-D71D38DD3879}" presName="compositeNode" presStyleCnt="0"/>
      <dgm:spPr/>
    </dgm:pt>
    <dgm:pt modelId="{A19F99F3-D19D-4D2D-A9D0-97C8EEE93817}" type="pres">
      <dgm:prSet presAssocID="{79230C1E-DD48-4DB3-9225-D71D38DD3879}" presName="parTx" presStyleLbl="node1" presStyleIdx="0" presStyleCnt="0">
        <dgm:presLayoutVars>
          <dgm:chMax val="0"/>
          <dgm:chPref val="0"/>
          <dgm:bulletEnabled val="1"/>
        </dgm:presLayoutVars>
      </dgm:prSet>
      <dgm:spPr/>
    </dgm:pt>
    <dgm:pt modelId="{50A9F135-4A5E-432F-976D-32A3BAD06B62}" type="pres">
      <dgm:prSet presAssocID="{79230C1E-DD48-4DB3-9225-D71D38DD3879}" presName="parSh" presStyleCnt="0"/>
      <dgm:spPr/>
    </dgm:pt>
    <dgm:pt modelId="{68111C94-DD29-496C-BD38-BA1260FAB544}" type="pres">
      <dgm:prSet presAssocID="{79230C1E-DD48-4DB3-9225-D71D38DD3879}" presName="lineNode" presStyleLbl="alignAccFollowNode1" presStyleIdx="0" presStyleCnt="18"/>
      <dgm:spPr/>
    </dgm:pt>
    <dgm:pt modelId="{DEBC4A1B-FAD5-4D1F-8208-1151A88544A7}" type="pres">
      <dgm:prSet presAssocID="{79230C1E-DD48-4DB3-9225-D71D38DD3879}" presName="lineArrowNode" presStyleLbl="alignAccFollowNode1" presStyleIdx="1" presStyleCnt="18"/>
      <dgm:spPr/>
    </dgm:pt>
    <dgm:pt modelId="{5E2D89CF-3EA5-4849-84CB-7DE48B1C0C66}" type="pres">
      <dgm:prSet presAssocID="{B226CF80-D771-4409-B51B-CA34B9A7D068}" presName="sibTransNodeCircle" presStyleLbl="alignNode1" presStyleIdx="0" presStyleCnt="6">
        <dgm:presLayoutVars>
          <dgm:chMax val="0"/>
          <dgm:bulletEnabled/>
        </dgm:presLayoutVars>
      </dgm:prSet>
      <dgm:spPr/>
    </dgm:pt>
    <dgm:pt modelId="{98872614-0EFF-4114-A39D-9734F18B1F2E}" type="pres">
      <dgm:prSet presAssocID="{B226CF80-D771-4409-B51B-CA34B9A7D068}" presName="spacerBetweenCircleAndCallout" presStyleCnt="0">
        <dgm:presLayoutVars/>
      </dgm:prSet>
      <dgm:spPr/>
    </dgm:pt>
    <dgm:pt modelId="{ED57C1CD-007C-477D-8DFF-2D4125046A8F}" type="pres">
      <dgm:prSet presAssocID="{79230C1E-DD48-4DB3-9225-D71D38DD3879}" presName="nodeText" presStyleLbl="alignAccFollowNode1" presStyleIdx="2" presStyleCnt="18">
        <dgm:presLayoutVars>
          <dgm:bulletEnabled val="1"/>
        </dgm:presLayoutVars>
      </dgm:prSet>
      <dgm:spPr/>
    </dgm:pt>
    <dgm:pt modelId="{0AE30A50-0256-4F14-B287-7A6279EA396E}" type="pres">
      <dgm:prSet presAssocID="{B226CF80-D771-4409-B51B-CA34B9A7D068}" presName="sibTransComposite" presStyleCnt="0"/>
      <dgm:spPr/>
    </dgm:pt>
    <dgm:pt modelId="{A455F5E7-E613-4AFF-BA14-AB3B697BF77A}" type="pres">
      <dgm:prSet presAssocID="{779A3395-BB78-43E6-A446-13DC5252AFC4}" presName="compositeNode" presStyleCnt="0"/>
      <dgm:spPr/>
    </dgm:pt>
    <dgm:pt modelId="{87088483-A1EC-4619-887F-0D1C4F4F7022}" type="pres">
      <dgm:prSet presAssocID="{779A3395-BB78-43E6-A446-13DC5252AFC4}" presName="parTx" presStyleLbl="node1" presStyleIdx="0" presStyleCnt="0">
        <dgm:presLayoutVars>
          <dgm:chMax val="0"/>
          <dgm:chPref val="0"/>
          <dgm:bulletEnabled val="1"/>
        </dgm:presLayoutVars>
      </dgm:prSet>
      <dgm:spPr/>
    </dgm:pt>
    <dgm:pt modelId="{79D0D493-D0D6-4ED5-8E3C-DF5CB566781E}" type="pres">
      <dgm:prSet presAssocID="{779A3395-BB78-43E6-A446-13DC5252AFC4}" presName="parSh" presStyleCnt="0"/>
      <dgm:spPr/>
    </dgm:pt>
    <dgm:pt modelId="{E90DA991-AC41-4CC4-A16A-04EF39C04F87}" type="pres">
      <dgm:prSet presAssocID="{779A3395-BB78-43E6-A446-13DC5252AFC4}" presName="lineNode" presStyleLbl="alignAccFollowNode1" presStyleIdx="3" presStyleCnt="18"/>
      <dgm:spPr/>
    </dgm:pt>
    <dgm:pt modelId="{E2A8FCD6-46BA-4436-B2A1-F6BE9A8BE45B}" type="pres">
      <dgm:prSet presAssocID="{779A3395-BB78-43E6-A446-13DC5252AFC4}" presName="lineArrowNode" presStyleLbl="alignAccFollowNode1" presStyleIdx="4" presStyleCnt="18"/>
      <dgm:spPr/>
    </dgm:pt>
    <dgm:pt modelId="{5516CFC5-B00A-44DA-ADB7-39A50DD9EF99}" type="pres">
      <dgm:prSet presAssocID="{C8A4D9A7-39D0-43FB-B665-F8E3D8F723E0}" presName="sibTransNodeCircle" presStyleLbl="alignNode1" presStyleIdx="1" presStyleCnt="6">
        <dgm:presLayoutVars>
          <dgm:chMax val="0"/>
          <dgm:bulletEnabled/>
        </dgm:presLayoutVars>
      </dgm:prSet>
      <dgm:spPr/>
    </dgm:pt>
    <dgm:pt modelId="{5B092561-E06C-419E-BD77-4629C49E80E2}" type="pres">
      <dgm:prSet presAssocID="{C8A4D9A7-39D0-43FB-B665-F8E3D8F723E0}" presName="spacerBetweenCircleAndCallout" presStyleCnt="0">
        <dgm:presLayoutVars/>
      </dgm:prSet>
      <dgm:spPr/>
    </dgm:pt>
    <dgm:pt modelId="{85799892-6683-4553-9BC7-8F7F3BF0C49C}" type="pres">
      <dgm:prSet presAssocID="{779A3395-BB78-43E6-A446-13DC5252AFC4}" presName="nodeText" presStyleLbl="alignAccFollowNode1" presStyleIdx="5" presStyleCnt="18">
        <dgm:presLayoutVars>
          <dgm:bulletEnabled val="1"/>
        </dgm:presLayoutVars>
      </dgm:prSet>
      <dgm:spPr/>
    </dgm:pt>
    <dgm:pt modelId="{BE76E32C-65A0-475E-AB4D-2DE855C5D382}" type="pres">
      <dgm:prSet presAssocID="{C8A4D9A7-39D0-43FB-B665-F8E3D8F723E0}" presName="sibTransComposite" presStyleCnt="0"/>
      <dgm:spPr/>
    </dgm:pt>
    <dgm:pt modelId="{AFB337E8-F2DD-466A-B18B-6207ADABC73B}" type="pres">
      <dgm:prSet presAssocID="{FF49132D-7CB6-4BD0-A96A-711F211B9E89}" presName="compositeNode" presStyleCnt="0"/>
      <dgm:spPr/>
    </dgm:pt>
    <dgm:pt modelId="{400ACA39-522D-4F12-95DC-A0B611A4ED9B}" type="pres">
      <dgm:prSet presAssocID="{FF49132D-7CB6-4BD0-A96A-711F211B9E89}" presName="parTx" presStyleLbl="node1" presStyleIdx="0" presStyleCnt="0">
        <dgm:presLayoutVars>
          <dgm:chMax val="0"/>
          <dgm:chPref val="0"/>
          <dgm:bulletEnabled val="1"/>
        </dgm:presLayoutVars>
      </dgm:prSet>
      <dgm:spPr/>
    </dgm:pt>
    <dgm:pt modelId="{4E7C8B51-F073-4766-BA89-EA28F4E54C2F}" type="pres">
      <dgm:prSet presAssocID="{FF49132D-7CB6-4BD0-A96A-711F211B9E89}" presName="parSh" presStyleCnt="0"/>
      <dgm:spPr/>
    </dgm:pt>
    <dgm:pt modelId="{E2E4289A-69FC-4B5C-8BF0-100B37658273}" type="pres">
      <dgm:prSet presAssocID="{FF49132D-7CB6-4BD0-A96A-711F211B9E89}" presName="lineNode" presStyleLbl="alignAccFollowNode1" presStyleIdx="6" presStyleCnt="18"/>
      <dgm:spPr/>
    </dgm:pt>
    <dgm:pt modelId="{EEB5E696-9E54-42D1-878A-EB220BC4C57E}" type="pres">
      <dgm:prSet presAssocID="{FF49132D-7CB6-4BD0-A96A-711F211B9E89}" presName="lineArrowNode" presStyleLbl="alignAccFollowNode1" presStyleIdx="7" presStyleCnt="18"/>
      <dgm:spPr/>
    </dgm:pt>
    <dgm:pt modelId="{380BD701-FD21-4028-BC6F-B3B21612D382}" type="pres">
      <dgm:prSet presAssocID="{36D46CD0-AF4D-47C9-B452-CB068C6F03B2}" presName="sibTransNodeCircle" presStyleLbl="alignNode1" presStyleIdx="2" presStyleCnt="6">
        <dgm:presLayoutVars>
          <dgm:chMax val="0"/>
          <dgm:bulletEnabled/>
        </dgm:presLayoutVars>
      </dgm:prSet>
      <dgm:spPr/>
    </dgm:pt>
    <dgm:pt modelId="{65FC4B46-3971-48A1-AA41-10D3561CC7ED}" type="pres">
      <dgm:prSet presAssocID="{36D46CD0-AF4D-47C9-B452-CB068C6F03B2}" presName="spacerBetweenCircleAndCallout" presStyleCnt="0">
        <dgm:presLayoutVars/>
      </dgm:prSet>
      <dgm:spPr/>
    </dgm:pt>
    <dgm:pt modelId="{8FFDD307-4E4F-41DA-A620-21CA5BDE83E6}" type="pres">
      <dgm:prSet presAssocID="{FF49132D-7CB6-4BD0-A96A-711F211B9E89}" presName="nodeText" presStyleLbl="alignAccFollowNode1" presStyleIdx="8" presStyleCnt="18">
        <dgm:presLayoutVars>
          <dgm:bulletEnabled val="1"/>
        </dgm:presLayoutVars>
      </dgm:prSet>
      <dgm:spPr/>
    </dgm:pt>
    <dgm:pt modelId="{7757591B-A928-4485-A3C0-149585E3F7D8}" type="pres">
      <dgm:prSet presAssocID="{36D46CD0-AF4D-47C9-B452-CB068C6F03B2}" presName="sibTransComposite" presStyleCnt="0"/>
      <dgm:spPr/>
    </dgm:pt>
    <dgm:pt modelId="{50D28EBB-98BA-4EB3-B4F4-4B015E5C02CD}" type="pres">
      <dgm:prSet presAssocID="{0EAE9876-4CE8-45EF-87D5-15735B79C379}" presName="compositeNode" presStyleCnt="0"/>
      <dgm:spPr/>
    </dgm:pt>
    <dgm:pt modelId="{74AED8FF-183D-43EF-90C9-8053BA910F20}" type="pres">
      <dgm:prSet presAssocID="{0EAE9876-4CE8-45EF-87D5-15735B79C379}" presName="parTx" presStyleLbl="node1" presStyleIdx="0" presStyleCnt="0">
        <dgm:presLayoutVars>
          <dgm:chMax val="0"/>
          <dgm:chPref val="0"/>
          <dgm:bulletEnabled val="1"/>
        </dgm:presLayoutVars>
      </dgm:prSet>
      <dgm:spPr/>
    </dgm:pt>
    <dgm:pt modelId="{DB187CCA-565D-437D-A1D3-040781B5C41A}" type="pres">
      <dgm:prSet presAssocID="{0EAE9876-4CE8-45EF-87D5-15735B79C379}" presName="parSh" presStyleCnt="0"/>
      <dgm:spPr/>
    </dgm:pt>
    <dgm:pt modelId="{27816435-C2DC-4227-A5F9-221B667D7D31}" type="pres">
      <dgm:prSet presAssocID="{0EAE9876-4CE8-45EF-87D5-15735B79C379}" presName="lineNode" presStyleLbl="alignAccFollowNode1" presStyleIdx="9" presStyleCnt="18"/>
      <dgm:spPr/>
    </dgm:pt>
    <dgm:pt modelId="{D2540905-A405-4CB4-9F99-C3F1863880E7}" type="pres">
      <dgm:prSet presAssocID="{0EAE9876-4CE8-45EF-87D5-15735B79C379}" presName="lineArrowNode" presStyleLbl="alignAccFollowNode1" presStyleIdx="10" presStyleCnt="18"/>
      <dgm:spPr/>
    </dgm:pt>
    <dgm:pt modelId="{270F0A4D-9F5E-4ED8-9370-7E9FBD2D8A58}" type="pres">
      <dgm:prSet presAssocID="{8AED43B1-313D-42DF-81EB-B3FC1E2AE56A}" presName="sibTransNodeCircle" presStyleLbl="alignNode1" presStyleIdx="3" presStyleCnt="6">
        <dgm:presLayoutVars>
          <dgm:chMax val="0"/>
          <dgm:bulletEnabled/>
        </dgm:presLayoutVars>
      </dgm:prSet>
      <dgm:spPr/>
    </dgm:pt>
    <dgm:pt modelId="{E86D932E-D811-4CB3-9246-85F2F8A71AF1}" type="pres">
      <dgm:prSet presAssocID="{8AED43B1-313D-42DF-81EB-B3FC1E2AE56A}" presName="spacerBetweenCircleAndCallout" presStyleCnt="0">
        <dgm:presLayoutVars/>
      </dgm:prSet>
      <dgm:spPr/>
    </dgm:pt>
    <dgm:pt modelId="{890D0E98-812E-452E-83EC-45B2EC307861}" type="pres">
      <dgm:prSet presAssocID="{0EAE9876-4CE8-45EF-87D5-15735B79C379}" presName="nodeText" presStyleLbl="alignAccFollowNode1" presStyleIdx="11" presStyleCnt="18">
        <dgm:presLayoutVars>
          <dgm:bulletEnabled val="1"/>
        </dgm:presLayoutVars>
      </dgm:prSet>
      <dgm:spPr/>
    </dgm:pt>
    <dgm:pt modelId="{321D74C7-5BBF-4100-B843-EDD1FAC11D24}" type="pres">
      <dgm:prSet presAssocID="{8AED43B1-313D-42DF-81EB-B3FC1E2AE56A}" presName="sibTransComposite" presStyleCnt="0"/>
      <dgm:spPr/>
    </dgm:pt>
    <dgm:pt modelId="{11E5D3C2-4300-4206-9379-C5EDCE88BB03}" type="pres">
      <dgm:prSet presAssocID="{CF3E9DFD-53D9-416F-A86E-E4614F31A988}" presName="compositeNode" presStyleCnt="0"/>
      <dgm:spPr/>
    </dgm:pt>
    <dgm:pt modelId="{85E035C4-CBC9-4E82-A068-29F822B1557F}" type="pres">
      <dgm:prSet presAssocID="{CF3E9DFD-53D9-416F-A86E-E4614F31A988}" presName="parTx" presStyleLbl="node1" presStyleIdx="0" presStyleCnt="0">
        <dgm:presLayoutVars>
          <dgm:chMax val="0"/>
          <dgm:chPref val="0"/>
          <dgm:bulletEnabled val="1"/>
        </dgm:presLayoutVars>
      </dgm:prSet>
      <dgm:spPr/>
    </dgm:pt>
    <dgm:pt modelId="{5A66FC36-E08C-4EE5-AD6C-8E315129660C}" type="pres">
      <dgm:prSet presAssocID="{CF3E9DFD-53D9-416F-A86E-E4614F31A988}" presName="parSh" presStyleCnt="0"/>
      <dgm:spPr/>
    </dgm:pt>
    <dgm:pt modelId="{EAE96BFD-234A-43A5-80BF-2156E58E5989}" type="pres">
      <dgm:prSet presAssocID="{CF3E9DFD-53D9-416F-A86E-E4614F31A988}" presName="lineNode" presStyleLbl="alignAccFollowNode1" presStyleIdx="12" presStyleCnt="18"/>
      <dgm:spPr/>
    </dgm:pt>
    <dgm:pt modelId="{25320B88-1AD8-4590-954D-050CB4C8134B}" type="pres">
      <dgm:prSet presAssocID="{CF3E9DFD-53D9-416F-A86E-E4614F31A988}" presName="lineArrowNode" presStyleLbl="alignAccFollowNode1" presStyleIdx="13" presStyleCnt="18"/>
      <dgm:spPr/>
    </dgm:pt>
    <dgm:pt modelId="{7D8868C5-E1E7-46C8-AAB4-45C082CEC4E2}" type="pres">
      <dgm:prSet presAssocID="{B6EE7E54-B659-4CB5-9BF8-FF9F534DD10A}" presName="sibTransNodeCircle" presStyleLbl="alignNode1" presStyleIdx="4" presStyleCnt="6">
        <dgm:presLayoutVars>
          <dgm:chMax val="0"/>
          <dgm:bulletEnabled/>
        </dgm:presLayoutVars>
      </dgm:prSet>
      <dgm:spPr/>
    </dgm:pt>
    <dgm:pt modelId="{FADA67F6-4B14-4D8D-B1CA-6A463B113FC9}" type="pres">
      <dgm:prSet presAssocID="{B6EE7E54-B659-4CB5-9BF8-FF9F534DD10A}" presName="spacerBetweenCircleAndCallout" presStyleCnt="0">
        <dgm:presLayoutVars/>
      </dgm:prSet>
      <dgm:spPr/>
    </dgm:pt>
    <dgm:pt modelId="{69FB872B-08B2-4BBA-BBED-1F4251659BFD}" type="pres">
      <dgm:prSet presAssocID="{CF3E9DFD-53D9-416F-A86E-E4614F31A988}" presName="nodeText" presStyleLbl="alignAccFollowNode1" presStyleIdx="14" presStyleCnt="18">
        <dgm:presLayoutVars>
          <dgm:bulletEnabled val="1"/>
        </dgm:presLayoutVars>
      </dgm:prSet>
      <dgm:spPr/>
    </dgm:pt>
    <dgm:pt modelId="{AD7F9981-7502-4493-AF1F-CA679867159C}" type="pres">
      <dgm:prSet presAssocID="{B6EE7E54-B659-4CB5-9BF8-FF9F534DD10A}" presName="sibTransComposite" presStyleCnt="0"/>
      <dgm:spPr/>
    </dgm:pt>
    <dgm:pt modelId="{1C9B7985-BB29-4A56-B8BA-7F5B59C1C4CB}" type="pres">
      <dgm:prSet presAssocID="{CEFB300E-491A-40A7-85A2-28ECBD467B81}" presName="compositeNode" presStyleCnt="0"/>
      <dgm:spPr/>
    </dgm:pt>
    <dgm:pt modelId="{B13AE965-04ED-4A36-9A76-08187E1B3E6C}" type="pres">
      <dgm:prSet presAssocID="{CEFB300E-491A-40A7-85A2-28ECBD467B81}" presName="parTx" presStyleLbl="node1" presStyleIdx="0" presStyleCnt="0">
        <dgm:presLayoutVars>
          <dgm:chMax val="0"/>
          <dgm:chPref val="0"/>
          <dgm:bulletEnabled val="1"/>
        </dgm:presLayoutVars>
      </dgm:prSet>
      <dgm:spPr/>
    </dgm:pt>
    <dgm:pt modelId="{D2BE22D6-288B-47F1-BF72-87CE5A3F4AFF}" type="pres">
      <dgm:prSet presAssocID="{CEFB300E-491A-40A7-85A2-28ECBD467B81}" presName="parSh" presStyleCnt="0"/>
      <dgm:spPr/>
    </dgm:pt>
    <dgm:pt modelId="{32850915-89A8-4332-B7B1-819EDE8F0CD6}" type="pres">
      <dgm:prSet presAssocID="{CEFB300E-491A-40A7-85A2-28ECBD467B81}" presName="lineNode" presStyleLbl="alignAccFollowNode1" presStyleIdx="15" presStyleCnt="18"/>
      <dgm:spPr/>
    </dgm:pt>
    <dgm:pt modelId="{C6EFF764-4229-445D-A557-9D8D99A45552}" type="pres">
      <dgm:prSet presAssocID="{CEFB300E-491A-40A7-85A2-28ECBD467B81}" presName="lineArrowNode" presStyleLbl="alignAccFollowNode1" presStyleIdx="16" presStyleCnt="18"/>
      <dgm:spPr/>
    </dgm:pt>
    <dgm:pt modelId="{FFB7EB5B-1720-4B1C-AD16-0EDAC995394A}" type="pres">
      <dgm:prSet presAssocID="{4AAB19D8-EB95-4006-B0B7-969604BF4D8E}" presName="sibTransNodeCircle" presStyleLbl="alignNode1" presStyleIdx="5" presStyleCnt="6">
        <dgm:presLayoutVars>
          <dgm:chMax val="0"/>
          <dgm:bulletEnabled/>
        </dgm:presLayoutVars>
      </dgm:prSet>
      <dgm:spPr/>
    </dgm:pt>
    <dgm:pt modelId="{B6E182A6-A010-4023-8721-47E2B44E5A2F}" type="pres">
      <dgm:prSet presAssocID="{4AAB19D8-EB95-4006-B0B7-969604BF4D8E}" presName="spacerBetweenCircleAndCallout" presStyleCnt="0">
        <dgm:presLayoutVars/>
      </dgm:prSet>
      <dgm:spPr/>
    </dgm:pt>
    <dgm:pt modelId="{A885DEA1-D738-45A6-9CDD-4CCCFC7AF426}" type="pres">
      <dgm:prSet presAssocID="{CEFB300E-491A-40A7-85A2-28ECBD467B81}" presName="nodeText" presStyleLbl="alignAccFollowNode1" presStyleIdx="17" presStyleCnt="18">
        <dgm:presLayoutVars>
          <dgm:bulletEnabled val="1"/>
        </dgm:presLayoutVars>
      </dgm:prSet>
      <dgm:spPr/>
    </dgm:pt>
  </dgm:ptLst>
  <dgm:cxnLst>
    <dgm:cxn modelId="{2DEA6309-276F-47FB-A794-C1A1F246B563}" type="presOf" srcId="{4AAB19D8-EB95-4006-B0B7-969604BF4D8E}" destId="{FFB7EB5B-1720-4B1C-AD16-0EDAC995394A}" srcOrd="0" destOrd="0" presId="urn:microsoft.com/office/officeart/2016/7/layout/LinearArrowProcessNumbered"/>
    <dgm:cxn modelId="{9A999110-1B17-4F1C-A443-CFFFD105CD97}" type="presOf" srcId="{CEFB300E-491A-40A7-85A2-28ECBD467B81}" destId="{A885DEA1-D738-45A6-9CDD-4CCCFC7AF426}" srcOrd="0" destOrd="0" presId="urn:microsoft.com/office/officeart/2016/7/layout/LinearArrowProcessNumbered"/>
    <dgm:cxn modelId="{FB9D0926-1E98-4D0A-AE31-414ACA6A064B}" srcId="{F369F07A-C3DD-4A1A-8545-A1D5C0797174}" destId="{CEFB300E-491A-40A7-85A2-28ECBD467B81}" srcOrd="5" destOrd="0" parTransId="{93DCC048-AB69-48D1-AED9-BF975FBA96ED}" sibTransId="{4AAB19D8-EB95-4006-B0B7-969604BF4D8E}"/>
    <dgm:cxn modelId="{3B432547-8A9E-40C5-ACE0-A86AD1DDFA22}" type="presOf" srcId="{0EAE9876-4CE8-45EF-87D5-15735B79C379}" destId="{890D0E98-812E-452E-83EC-45B2EC307861}" srcOrd="0" destOrd="0" presId="urn:microsoft.com/office/officeart/2016/7/layout/LinearArrowProcessNumbered"/>
    <dgm:cxn modelId="{AEA21E68-3629-4232-ACCC-766393B20613}" type="presOf" srcId="{CF3E9DFD-53D9-416F-A86E-E4614F31A988}" destId="{69FB872B-08B2-4BBA-BBED-1F4251659BFD}" srcOrd="0" destOrd="0" presId="urn:microsoft.com/office/officeart/2016/7/layout/LinearArrowProcessNumbered"/>
    <dgm:cxn modelId="{18003668-BB8E-41C5-A3D9-09126884ACF4}" type="presOf" srcId="{B6EE7E54-B659-4CB5-9BF8-FF9F534DD10A}" destId="{7D8868C5-E1E7-46C8-AAB4-45C082CEC4E2}" srcOrd="0" destOrd="0" presId="urn:microsoft.com/office/officeart/2016/7/layout/LinearArrowProcessNumbered"/>
    <dgm:cxn modelId="{A7CF0377-62BA-459A-AEBE-FF44103D25A0}" srcId="{F369F07A-C3DD-4A1A-8545-A1D5C0797174}" destId="{CF3E9DFD-53D9-416F-A86E-E4614F31A988}" srcOrd="4" destOrd="0" parTransId="{5CC664D5-4D0B-4742-AB13-C38DEAD4752A}" sibTransId="{B6EE7E54-B659-4CB5-9BF8-FF9F534DD10A}"/>
    <dgm:cxn modelId="{C5B0D457-8964-4B22-8769-10660582A310}" type="presOf" srcId="{B226CF80-D771-4409-B51B-CA34B9A7D068}" destId="{5E2D89CF-3EA5-4849-84CB-7DE48B1C0C66}" srcOrd="0" destOrd="0" presId="urn:microsoft.com/office/officeart/2016/7/layout/LinearArrowProcessNumbered"/>
    <dgm:cxn modelId="{3E61F47D-03EB-481B-A894-8F716E5FE85F}" type="presOf" srcId="{F369F07A-C3DD-4A1A-8545-A1D5C0797174}" destId="{5707EA52-F9B1-47A3-8DC3-B8762D80F655}" srcOrd="0" destOrd="0" presId="urn:microsoft.com/office/officeart/2016/7/layout/LinearArrowProcessNumbered"/>
    <dgm:cxn modelId="{F0441587-BBB7-428C-A450-0AF39006EF0B}" srcId="{F369F07A-C3DD-4A1A-8545-A1D5C0797174}" destId="{0EAE9876-4CE8-45EF-87D5-15735B79C379}" srcOrd="3" destOrd="0" parTransId="{E12BF6F2-EFE1-47F7-B83A-A994137C143E}" sibTransId="{8AED43B1-313D-42DF-81EB-B3FC1E2AE56A}"/>
    <dgm:cxn modelId="{0E66B396-9DD7-4CD3-BF6F-A99A320CEF6E}" srcId="{F369F07A-C3DD-4A1A-8545-A1D5C0797174}" destId="{79230C1E-DD48-4DB3-9225-D71D38DD3879}" srcOrd="0" destOrd="0" parTransId="{1371444B-D534-4F96-9D5F-D9C85A55FA61}" sibTransId="{B226CF80-D771-4409-B51B-CA34B9A7D068}"/>
    <dgm:cxn modelId="{978F899F-4669-4505-AAA7-7DBE2BD14EBB}" srcId="{F369F07A-C3DD-4A1A-8545-A1D5C0797174}" destId="{779A3395-BB78-43E6-A446-13DC5252AFC4}" srcOrd="1" destOrd="0" parTransId="{76C38551-913E-4D4E-8817-77375482E5A7}" sibTransId="{C8A4D9A7-39D0-43FB-B665-F8E3D8F723E0}"/>
    <dgm:cxn modelId="{018416A3-16ED-4D7E-8A16-D19BD3F35CBB}" srcId="{F369F07A-C3DD-4A1A-8545-A1D5C0797174}" destId="{FF49132D-7CB6-4BD0-A96A-711F211B9E89}" srcOrd="2" destOrd="0" parTransId="{32A93346-7F5A-4ECB-BDBB-F5464D95BD74}" sibTransId="{36D46CD0-AF4D-47C9-B452-CB068C6F03B2}"/>
    <dgm:cxn modelId="{96B8E7B2-BE7F-40C1-92E2-864004181697}" type="presOf" srcId="{FF49132D-7CB6-4BD0-A96A-711F211B9E89}" destId="{8FFDD307-4E4F-41DA-A620-21CA5BDE83E6}" srcOrd="0" destOrd="0" presId="urn:microsoft.com/office/officeart/2016/7/layout/LinearArrowProcessNumbered"/>
    <dgm:cxn modelId="{1E963DC3-290E-4EFD-88FB-CA971A78858E}" type="presOf" srcId="{79230C1E-DD48-4DB3-9225-D71D38DD3879}" destId="{ED57C1CD-007C-477D-8DFF-2D4125046A8F}" srcOrd="0" destOrd="0" presId="urn:microsoft.com/office/officeart/2016/7/layout/LinearArrowProcessNumbered"/>
    <dgm:cxn modelId="{C1E1B6CB-E5DF-4E08-9918-18BA85FA6113}" type="presOf" srcId="{C8A4D9A7-39D0-43FB-B665-F8E3D8F723E0}" destId="{5516CFC5-B00A-44DA-ADB7-39A50DD9EF99}" srcOrd="0" destOrd="0" presId="urn:microsoft.com/office/officeart/2016/7/layout/LinearArrowProcessNumbered"/>
    <dgm:cxn modelId="{4AFD4CCF-A5D1-404B-B42A-5182B51B2A08}" type="presOf" srcId="{779A3395-BB78-43E6-A446-13DC5252AFC4}" destId="{85799892-6683-4553-9BC7-8F7F3BF0C49C}" srcOrd="0" destOrd="0" presId="urn:microsoft.com/office/officeart/2016/7/layout/LinearArrowProcessNumbered"/>
    <dgm:cxn modelId="{7E9D9BDB-620C-4C84-9FFC-230E817A083E}" type="presOf" srcId="{36D46CD0-AF4D-47C9-B452-CB068C6F03B2}" destId="{380BD701-FD21-4028-BC6F-B3B21612D382}" srcOrd="0" destOrd="0" presId="urn:microsoft.com/office/officeart/2016/7/layout/LinearArrowProcessNumbered"/>
    <dgm:cxn modelId="{1526DFE2-7169-454B-A9C9-FBA87009E9AF}" type="presOf" srcId="{8AED43B1-313D-42DF-81EB-B3FC1E2AE56A}" destId="{270F0A4D-9F5E-4ED8-9370-7E9FBD2D8A58}" srcOrd="0" destOrd="0" presId="urn:microsoft.com/office/officeart/2016/7/layout/LinearArrowProcessNumbered"/>
    <dgm:cxn modelId="{D49FFA97-6D4B-400D-949C-6BEAD1406A95}" type="presParOf" srcId="{5707EA52-F9B1-47A3-8DC3-B8762D80F655}" destId="{5432E07B-9745-46B8-B885-6BC164DA4818}" srcOrd="0" destOrd="0" presId="urn:microsoft.com/office/officeart/2016/7/layout/LinearArrowProcessNumbered"/>
    <dgm:cxn modelId="{929338B7-ED7D-48A4-B479-DFB4660F6CC2}" type="presParOf" srcId="{5432E07B-9745-46B8-B885-6BC164DA4818}" destId="{A19F99F3-D19D-4D2D-A9D0-97C8EEE93817}" srcOrd="0" destOrd="0" presId="urn:microsoft.com/office/officeart/2016/7/layout/LinearArrowProcessNumbered"/>
    <dgm:cxn modelId="{B6750296-2D8B-4607-B5E2-232B0F8333EB}" type="presParOf" srcId="{5432E07B-9745-46B8-B885-6BC164DA4818}" destId="{50A9F135-4A5E-432F-976D-32A3BAD06B62}" srcOrd="1" destOrd="0" presId="urn:microsoft.com/office/officeart/2016/7/layout/LinearArrowProcessNumbered"/>
    <dgm:cxn modelId="{58A7A746-159D-473B-AC33-20273BEDD28A}" type="presParOf" srcId="{50A9F135-4A5E-432F-976D-32A3BAD06B62}" destId="{68111C94-DD29-496C-BD38-BA1260FAB544}" srcOrd="0" destOrd="0" presId="urn:microsoft.com/office/officeart/2016/7/layout/LinearArrowProcessNumbered"/>
    <dgm:cxn modelId="{E7303405-D220-43CC-B996-06A6DEAC0BD6}" type="presParOf" srcId="{50A9F135-4A5E-432F-976D-32A3BAD06B62}" destId="{DEBC4A1B-FAD5-4D1F-8208-1151A88544A7}" srcOrd="1" destOrd="0" presId="urn:microsoft.com/office/officeart/2016/7/layout/LinearArrowProcessNumbered"/>
    <dgm:cxn modelId="{770E9317-7A20-4CE0-8010-C8B8AC655A21}" type="presParOf" srcId="{50A9F135-4A5E-432F-976D-32A3BAD06B62}" destId="{5E2D89CF-3EA5-4849-84CB-7DE48B1C0C66}" srcOrd="2" destOrd="0" presId="urn:microsoft.com/office/officeart/2016/7/layout/LinearArrowProcessNumbered"/>
    <dgm:cxn modelId="{DD8E0E42-0EE0-45AC-890F-CA6DC881C456}" type="presParOf" srcId="{50A9F135-4A5E-432F-976D-32A3BAD06B62}" destId="{98872614-0EFF-4114-A39D-9734F18B1F2E}" srcOrd="3" destOrd="0" presId="urn:microsoft.com/office/officeart/2016/7/layout/LinearArrowProcessNumbered"/>
    <dgm:cxn modelId="{8375A2D5-8A5F-471A-8046-83A0B529AC33}" type="presParOf" srcId="{5432E07B-9745-46B8-B885-6BC164DA4818}" destId="{ED57C1CD-007C-477D-8DFF-2D4125046A8F}" srcOrd="2" destOrd="0" presId="urn:microsoft.com/office/officeart/2016/7/layout/LinearArrowProcessNumbered"/>
    <dgm:cxn modelId="{40AD4C83-51BD-47ED-ABEA-0C075F578AD6}" type="presParOf" srcId="{5707EA52-F9B1-47A3-8DC3-B8762D80F655}" destId="{0AE30A50-0256-4F14-B287-7A6279EA396E}" srcOrd="1" destOrd="0" presId="urn:microsoft.com/office/officeart/2016/7/layout/LinearArrowProcessNumbered"/>
    <dgm:cxn modelId="{50D1EEC6-7734-4237-A670-B3259853DD55}" type="presParOf" srcId="{5707EA52-F9B1-47A3-8DC3-B8762D80F655}" destId="{A455F5E7-E613-4AFF-BA14-AB3B697BF77A}" srcOrd="2" destOrd="0" presId="urn:microsoft.com/office/officeart/2016/7/layout/LinearArrowProcessNumbered"/>
    <dgm:cxn modelId="{DC30EEC6-22CA-49D1-8218-E624546E4F25}" type="presParOf" srcId="{A455F5E7-E613-4AFF-BA14-AB3B697BF77A}" destId="{87088483-A1EC-4619-887F-0D1C4F4F7022}" srcOrd="0" destOrd="0" presId="urn:microsoft.com/office/officeart/2016/7/layout/LinearArrowProcessNumbered"/>
    <dgm:cxn modelId="{8139BBC6-4A96-4E01-9723-409847D4A42B}" type="presParOf" srcId="{A455F5E7-E613-4AFF-BA14-AB3B697BF77A}" destId="{79D0D493-D0D6-4ED5-8E3C-DF5CB566781E}" srcOrd="1" destOrd="0" presId="urn:microsoft.com/office/officeart/2016/7/layout/LinearArrowProcessNumbered"/>
    <dgm:cxn modelId="{B4EF891E-9C4B-48B2-B642-4CCBF64CD1E5}" type="presParOf" srcId="{79D0D493-D0D6-4ED5-8E3C-DF5CB566781E}" destId="{E90DA991-AC41-4CC4-A16A-04EF39C04F87}" srcOrd="0" destOrd="0" presId="urn:microsoft.com/office/officeart/2016/7/layout/LinearArrowProcessNumbered"/>
    <dgm:cxn modelId="{48C896D7-4869-49FD-AA2B-81B06B5C229F}" type="presParOf" srcId="{79D0D493-D0D6-4ED5-8E3C-DF5CB566781E}" destId="{E2A8FCD6-46BA-4436-B2A1-F6BE9A8BE45B}" srcOrd="1" destOrd="0" presId="urn:microsoft.com/office/officeart/2016/7/layout/LinearArrowProcessNumbered"/>
    <dgm:cxn modelId="{38C7BE01-8D3B-4D21-8777-F79D99DAFC54}" type="presParOf" srcId="{79D0D493-D0D6-4ED5-8E3C-DF5CB566781E}" destId="{5516CFC5-B00A-44DA-ADB7-39A50DD9EF99}" srcOrd="2" destOrd="0" presId="urn:microsoft.com/office/officeart/2016/7/layout/LinearArrowProcessNumbered"/>
    <dgm:cxn modelId="{BB9984C2-AEDD-42E4-9C31-C3FF15068D98}" type="presParOf" srcId="{79D0D493-D0D6-4ED5-8E3C-DF5CB566781E}" destId="{5B092561-E06C-419E-BD77-4629C49E80E2}" srcOrd="3" destOrd="0" presId="urn:microsoft.com/office/officeart/2016/7/layout/LinearArrowProcessNumbered"/>
    <dgm:cxn modelId="{4E882895-3AE4-4B1B-9782-6D297324719B}" type="presParOf" srcId="{A455F5E7-E613-4AFF-BA14-AB3B697BF77A}" destId="{85799892-6683-4553-9BC7-8F7F3BF0C49C}" srcOrd="2" destOrd="0" presId="urn:microsoft.com/office/officeart/2016/7/layout/LinearArrowProcessNumbered"/>
    <dgm:cxn modelId="{2DA700BA-77B8-491C-B089-C5AE50815745}" type="presParOf" srcId="{5707EA52-F9B1-47A3-8DC3-B8762D80F655}" destId="{BE76E32C-65A0-475E-AB4D-2DE855C5D382}" srcOrd="3" destOrd="0" presId="urn:microsoft.com/office/officeart/2016/7/layout/LinearArrowProcessNumbered"/>
    <dgm:cxn modelId="{47C0775A-3B81-4CF3-9D52-995E38BBE55A}" type="presParOf" srcId="{5707EA52-F9B1-47A3-8DC3-B8762D80F655}" destId="{AFB337E8-F2DD-466A-B18B-6207ADABC73B}" srcOrd="4" destOrd="0" presId="urn:microsoft.com/office/officeart/2016/7/layout/LinearArrowProcessNumbered"/>
    <dgm:cxn modelId="{6CCB00EA-7019-4AF7-8DE4-B83CFA6E2C4A}" type="presParOf" srcId="{AFB337E8-F2DD-466A-B18B-6207ADABC73B}" destId="{400ACA39-522D-4F12-95DC-A0B611A4ED9B}" srcOrd="0" destOrd="0" presId="urn:microsoft.com/office/officeart/2016/7/layout/LinearArrowProcessNumbered"/>
    <dgm:cxn modelId="{6B829282-998F-4A2A-990F-28748CBCA88A}" type="presParOf" srcId="{AFB337E8-F2DD-466A-B18B-6207ADABC73B}" destId="{4E7C8B51-F073-4766-BA89-EA28F4E54C2F}" srcOrd="1" destOrd="0" presId="urn:microsoft.com/office/officeart/2016/7/layout/LinearArrowProcessNumbered"/>
    <dgm:cxn modelId="{CFCD6D15-FE6B-4962-BA8D-345ABBAF5AEB}" type="presParOf" srcId="{4E7C8B51-F073-4766-BA89-EA28F4E54C2F}" destId="{E2E4289A-69FC-4B5C-8BF0-100B37658273}" srcOrd="0" destOrd="0" presId="urn:microsoft.com/office/officeart/2016/7/layout/LinearArrowProcessNumbered"/>
    <dgm:cxn modelId="{0A0AEAEE-83F4-4277-B8E2-954C96EF523E}" type="presParOf" srcId="{4E7C8B51-F073-4766-BA89-EA28F4E54C2F}" destId="{EEB5E696-9E54-42D1-878A-EB220BC4C57E}" srcOrd="1" destOrd="0" presId="urn:microsoft.com/office/officeart/2016/7/layout/LinearArrowProcessNumbered"/>
    <dgm:cxn modelId="{AAF1D42C-D6D5-421D-93E2-26B98E70BC2D}" type="presParOf" srcId="{4E7C8B51-F073-4766-BA89-EA28F4E54C2F}" destId="{380BD701-FD21-4028-BC6F-B3B21612D382}" srcOrd="2" destOrd="0" presId="urn:microsoft.com/office/officeart/2016/7/layout/LinearArrowProcessNumbered"/>
    <dgm:cxn modelId="{3E70F1BE-FFCE-4086-8B33-25B33FEB19E8}" type="presParOf" srcId="{4E7C8B51-F073-4766-BA89-EA28F4E54C2F}" destId="{65FC4B46-3971-48A1-AA41-10D3561CC7ED}" srcOrd="3" destOrd="0" presId="urn:microsoft.com/office/officeart/2016/7/layout/LinearArrowProcessNumbered"/>
    <dgm:cxn modelId="{F04353AC-244D-481B-B2AF-2937BCC27B1E}" type="presParOf" srcId="{AFB337E8-F2DD-466A-B18B-6207ADABC73B}" destId="{8FFDD307-4E4F-41DA-A620-21CA5BDE83E6}" srcOrd="2" destOrd="0" presId="urn:microsoft.com/office/officeart/2016/7/layout/LinearArrowProcessNumbered"/>
    <dgm:cxn modelId="{90AF8FA6-BC58-4A02-AA75-A5686B3725B6}" type="presParOf" srcId="{5707EA52-F9B1-47A3-8DC3-B8762D80F655}" destId="{7757591B-A928-4485-A3C0-149585E3F7D8}" srcOrd="5" destOrd="0" presId="urn:microsoft.com/office/officeart/2016/7/layout/LinearArrowProcessNumbered"/>
    <dgm:cxn modelId="{D43F9161-91BD-45B7-8951-D1E772CDC105}" type="presParOf" srcId="{5707EA52-F9B1-47A3-8DC3-B8762D80F655}" destId="{50D28EBB-98BA-4EB3-B4F4-4B015E5C02CD}" srcOrd="6" destOrd="0" presId="urn:microsoft.com/office/officeart/2016/7/layout/LinearArrowProcessNumbered"/>
    <dgm:cxn modelId="{B4849608-1D0D-4B15-9BB7-A70F10ADA092}" type="presParOf" srcId="{50D28EBB-98BA-4EB3-B4F4-4B015E5C02CD}" destId="{74AED8FF-183D-43EF-90C9-8053BA910F20}" srcOrd="0" destOrd="0" presId="urn:microsoft.com/office/officeart/2016/7/layout/LinearArrowProcessNumbered"/>
    <dgm:cxn modelId="{3807C022-B3CF-47C6-8F1B-2C6BD54D2D3A}" type="presParOf" srcId="{50D28EBB-98BA-4EB3-B4F4-4B015E5C02CD}" destId="{DB187CCA-565D-437D-A1D3-040781B5C41A}" srcOrd="1" destOrd="0" presId="urn:microsoft.com/office/officeart/2016/7/layout/LinearArrowProcessNumbered"/>
    <dgm:cxn modelId="{46BC6D65-C8E5-492D-BE87-8EE1BDF3AF7C}" type="presParOf" srcId="{DB187CCA-565D-437D-A1D3-040781B5C41A}" destId="{27816435-C2DC-4227-A5F9-221B667D7D31}" srcOrd="0" destOrd="0" presId="urn:microsoft.com/office/officeart/2016/7/layout/LinearArrowProcessNumbered"/>
    <dgm:cxn modelId="{50199868-7416-4337-932D-2FA79BD112AD}" type="presParOf" srcId="{DB187CCA-565D-437D-A1D3-040781B5C41A}" destId="{D2540905-A405-4CB4-9F99-C3F1863880E7}" srcOrd="1" destOrd="0" presId="urn:microsoft.com/office/officeart/2016/7/layout/LinearArrowProcessNumbered"/>
    <dgm:cxn modelId="{77F065E1-4D68-42B6-94CC-874C18967022}" type="presParOf" srcId="{DB187CCA-565D-437D-A1D3-040781B5C41A}" destId="{270F0A4D-9F5E-4ED8-9370-7E9FBD2D8A58}" srcOrd="2" destOrd="0" presId="urn:microsoft.com/office/officeart/2016/7/layout/LinearArrowProcessNumbered"/>
    <dgm:cxn modelId="{70CB95BE-36FD-4AB7-B642-503A4B5F4D80}" type="presParOf" srcId="{DB187CCA-565D-437D-A1D3-040781B5C41A}" destId="{E86D932E-D811-4CB3-9246-85F2F8A71AF1}" srcOrd="3" destOrd="0" presId="urn:microsoft.com/office/officeart/2016/7/layout/LinearArrowProcessNumbered"/>
    <dgm:cxn modelId="{30CB9772-C115-432F-94F9-D69DA14795D2}" type="presParOf" srcId="{50D28EBB-98BA-4EB3-B4F4-4B015E5C02CD}" destId="{890D0E98-812E-452E-83EC-45B2EC307861}" srcOrd="2" destOrd="0" presId="urn:microsoft.com/office/officeart/2016/7/layout/LinearArrowProcessNumbered"/>
    <dgm:cxn modelId="{2128110D-2758-4CC1-B130-C1CC1B7FAA21}" type="presParOf" srcId="{5707EA52-F9B1-47A3-8DC3-B8762D80F655}" destId="{321D74C7-5BBF-4100-B843-EDD1FAC11D24}" srcOrd="7" destOrd="0" presId="urn:microsoft.com/office/officeart/2016/7/layout/LinearArrowProcessNumbered"/>
    <dgm:cxn modelId="{40893E7F-5995-4A38-A5AF-30AF772042A4}" type="presParOf" srcId="{5707EA52-F9B1-47A3-8DC3-B8762D80F655}" destId="{11E5D3C2-4300-4206-9379-C5EDCE88BB03}" srcOrd="8" destOrd="0" presId="urn:microsoft.com/office/officeart/2016/7/layout/LinearArrowProcessNumbered"/>
    <dgm:cxn modelId="{9E74627C-B069-4635-8886-D9B252768AEF}" type="presParOf" srcId="{11E5D3C2-4300-4206-9379-C5EDCE88BB03}" destId="{85E035C4-CBC9-4E82-A068-29F822B1557F}" srcOrd="0" destOrd="0" presId="urn:microsoft.com/office/officeart/2016/7/layout/LinearArrowProcessNumbered"/>
    <dgm:cxn modelId="{311FCB42-C49C-4E45-9324-6A9035CC04C4}" type="presParOf" srcId="{11E5D3C2-4300-4206-9379-C5EDCE88BB03}" destId="{5A66FC36-E08C-4EE5-AD6C-8E315129660C}" srcOrd="1" destOrd="0" presId="urn:microsoft.com/office/officeart/2016/7/layout/LinearArrowProcessNumbered"/>
    <dgm:cxn modelId="{E4D9C97C-EC92-462E-8B1B-79B0BA3C9455}" type="presParOf" srcId="{5A66FC36-E08C-4EE5-AD6C-8E315129660C}" destId="{EAE96BFD-234A-43A5-80BF-2156E58E5989}" srcOrd="0" destOrd="0" presId="urn:microsoft.com/office/officeart/2016/7/layout/LinearArrowProcessNumbered"/>
    <dgm:cxn modelId="{35FF2882-7F5A-435F-B340-879480E1B1B5}" type="presParOf" srcId="{5A66FC36-E08C-4EE5-AD6C-8E315129660C}" destId="{25320B88-1AD8-4590-954D-050CB4C8134B}" srcOrd="1" destOrd="0" presId="urn:microsoft.com/office/officeart/2016/7/layout/LinearArrowProcessNumbered"/>
    <dgm:cxn modelId="{CF87474B-70D4-4FDC-93DA-41B5B3855C4D}" type="presParOf" srcId="{5A66FC36-E08C-4EE5-AD6C-8E315129660C}" destId="{7D8868C5-E1E7-46C8-AAB4-45C082CEC4E2}" srcOrd="2" destOrd="0" presId="urn:microsoft.com/office/officeart/2016/7/layout/LinearArrowProcessNumbered"/>
    <dgm:cxn modelId="{366C5AE0-7BBD-42D5-974C-7FE13F0E9F19}" type="presParOf" srcId="{5A66FC36-E08C-4EE5-AD6C-8E315129660C}" destId="{FADA67F6-4B14-4D8D-B1CA-6A463B113FC9}" srcOrd="3" destOrd="0" presId="urn:microsoft.com/office/officeart/2016/7/layout/LinearArrowProcessNumbered"/>
    <dgm:cxn modelId="{2FC0C11B-F7B3-41F6-9390-C44E30093CB4}" type="presParOf" srcId="{11E5D3C2-4300-4206-9379-C5EDCE88BB03}" destId="{69FB872B-08B2-4BBA-BBED-1F4251659BFD}" srcOrd="2" destOrd="0" presId="urn:microsoft.com/office/officeart/2016/7/layout/LinearArrowProcessNumbered"/>
    <dgm:cxn modelId="{8BF1DEA2-F05F-4971-989C-DFEC522B07A2}" type="presParOf" srcId="{5707EA52-F9B1-47A3-8DC3-B8762D80F655}" destId="{AD7F9981-7502-4493-AF1F-CA679867159C}" srcOrd="9" destOrd="0" presId="urn:microsoft.com/office/officeart/2016/7/layout/LinearArrowProcessNumbered"/>
    <dgm:cxn modelId="{F8F02A6A-105F-4FF5-BC51-DA2353F7F5BB}" type="presParOf" srcId="{5707EA52-F9B1-47A3-8DC3-B8762D80F655}" destId="{1C9B7985-BB29-4A56-B8BA-7F5B59C1C4CB}" srcOrd="10" destOrd="0" presId="urn:microsoft.com/office/officeart/2016/7/layout/LinearArrowProcessNumbered"/>
    <dgm:cxn modelId="{2FF3454B-FFE7-4E12-86E8-61F394D9B212}" type="presParOf" srcId="{1C9B7985-BB29-4A56-B8BA-7F5B59C1C4CB}" destId="{B13AE965-04ED-4A36-9A76-08187E1B3E6C}" srcOrd="0" destOrd="0" presId="urn:microsoft.com/office/officeart/2016/7/layout/LinearArrowProcessNumbered"/>
    <dgm:cxn modelId="{454B1138-095B-4CF6-A571-D4E6101044DE}" type="presParOf" srcId="{1C9B7985-BB29-4A56-B8BA-7F5B59C1C4CB}" destId="{D2BE22D6-288B-47F1-BF72-87CE5A3F4AFF}" srcOrd="1" destOrd="0" presId="urn:microsoft.com/office/officeart/2016/7/layout/LinearArrowProcessNumbered"/>
    <dgm:cxn modelId="{44C75AEC-7C2C-4704-9535-262BD30FF308}" type="presParOf" srcId="{D2BE22D6-288B-47F1-BF72-87CE5A3F4AFF}" destId="{32850915-89A8-4332-B7B1-819EDE8F0CD6}" srcOrd="0" destOrd="0" presId="urn:microsoft.com/office/officeart/2016/7/layout/LinearArrowProcessNumbered"/>
    <dgm:cxn modelId="{D89C5489-E506-4EB3-B5B7-5B33C03C4456}" type="presParOf" srcId="{D2BE22D6-288B-47F1-BF72-87CE5A3F4AFF}" destId="{C6EFF764-4229-445D-A557-9D8D99A45552}" srcOrd="1" destOrd="0" presId="urn:microsoft.com/office/officeart/2016/7/layout/LinearArrowProcessNumbered"/>
    <dgm:cxn modelId="{724C4FF0-1E57-4A05-810C-ACC6C6C81BC2}" type="presParOf" srcId="{D2BE22D6-288B-47F1-BF72-87CE5A3F4AFF}" destId="{FFB7EB5B-1720-4B1C-AD16-0EDAC995394A}" srcOrd="2" destOrd="0" presId="urn:microsoft.com/office/officeart/2016/7/layout/LinearArrowProcessNumbered"/>
    <dgm:cxn modelId="{E2FDEA71-368B-43AF-A01D-C5A8006BF640}" type="presParOf" srcId="{D2BE22D6-288B-47F1-BF72-87CE5A3F4AFF}" destId="{B6E182A6-A010-4023-8721-47E2B44E5A2F}" srcOrd="3" destOrd="0" presId="urn:microsoft.com/office/officeart/2016/7/layout/LinearArrowProcessNumbered"/>
    <dgm:cxn modelId="{10435351-1B14-4798-BD1D-D47979D72E1B}" type="presParOf" srcId="{1C9B7985-BB29-4A56-B8BA-7F5B59C1C4CB}" destId="{A885DEA1-D738-45A6-9CDD-4CCCFC7AF426}"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E15F24-DF26-4AE1-81EF-0A93854831C0}">
      <dsp:nvSpPr>
        <dsp:cNvPr id="0" name=""/>
        <dsp:cNvSpPr/>
      </dsp:nvSpPr>
      <dsp:spPr>
        <a:xfrm>
          <a:off x="711729" y="261272"/>
          <a:ext cx="562779" cy="71"/>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067004-D2CA-4372-80EE-3D40BDB3D7A9}">
      <dsp:nvSpPr>
        <dsp:cNvPr id="0" name=""/>
        <dsp:cNvSpPr/>
      </dsp:nvSpPr>
      <dsp:spPr>
        <a:xfrm>
          <a:off x="1308275" y="213989"/>
          <a:ext cx="64719" cy="121678"/>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14B4C7-C87B-4FC3-9AAA-72E7A4A0EF50}">
      <dsp:nvSpPr>
        <dsp:cNvPr id="0" name=""/>
        <dsp:cNvSpPr/>
      </dsp:nvSpPr>
      <dsp:spPr>
        <a:xfrm>
          <a:off x="386184" y="6111"/>
          <a:ext cx="510395" cy="51039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1</a:t>
          </a:r>
        </a:p>
      </dsp:txBody>
      <dsp:txXfrm>
        <a:off x="460930" y="80857"/>
        <a:ext cx="360903" cy="360903"/>
      </dsp:txXfrm>
    </dsp:sp>
    <dsp:sp modelId="{46E80C8B-64E6-4EEC-B3D4-F6EB69FE36E0}">
      <dsp:nvSpPr>
        <dsp:cNvPr id="0" name=""/>
        <dsp:cNvSpPr/>
      </dsp:nvSpPr>
      <dsp:spPr>
        <a:xfrm>
          <a:off x="8255" y="682105"/>
          <a:ext cx="1266253" cy="2149874"/>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Describe how environmental forces influence organizations and how organizations can influence their environments.</a:t>
          </a:r>
        </a:p>
      </dsp:txBody>
      <dsp:txXfrm>
        <a:off x="8255" y="935356"/>
        <a:ext cx="1266253" cy="1896623"/>
      </dsp:txXfrm>
    </dsp:sp>
    <dsp:sp modelId="{97E46EB9-8256-4BC1-965C-3FF43BE6D1A7}">
      <dsp:nvSpPr>
        <dsp:cNvPr id="0" name=""/>
        <dsp:cNvSpPr/>
      </dsp:nvSpPr>
      <dsp:spPr>
        <a:xfrm>
          <a:off x="1415203" y="261272"/>
          <a:ext cx="1266253" cy="71"/>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6A670AB-7CE9-423D-A48D-FB0CD11251A5}">
      <dsp:nvSpPr>
        <dsp:cNvPr id="0" name=""/>
        <dsp:cNvSpPr/>
      </dsp:nvSpPr>
      <dsp:spPr>
        <a:xfrm>
          <a:off x="2715223" y="213988"/>
          <a:ext cx="64719" cy="121678"/>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701A4E-3DAE-4D63-810A-39D6084CF812}">
      <dsp:nvSpPr>
        <dsp:cNvPr id="0" name=""/>
        <dsp:cNvSpPr/>
      </dsp:nvSpPr>
      <dsp:spPr>
        <a:xfrm>
          <a:off x="1793132" y="6110"/>
          <a:ext cx="510395" cy="51039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2</a:t>
          </a:r>
        </a:p>
      </dsp:txBody>
      <dsp:txXfrm>
        <a:off x="1867878" y="80856"/>
        <a:ext cx="360903" cy="360903"/>
      </dsp:txXfrm>
    </dsp:sp>
    <dsp:sp modelId="{E8D87EC8-BFE1-4237-B697-224B3EFE3F94}">
      <dsp:nvSpPr>
        <dsp:cNvPr id="0" name=""/>
        <dsp:cNvSpPr/>
      </dsp:nvSpPr>
      <dsp:spPr>
        <a:xfrm>
          <a:off x="1415203" y="682105"/>
          <a:ext cx="1266253" cy="2149874"/>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Distinguish between the macroenvironment and the competitive environment.</a:t>
          </a:r>
        </a:p>
      </dsp:txBody>
      <dsp:txXfrm>
        <a:off x="1415203" y="935356"/>
        <a:ext cx="1266253" cy="1896623"/>
      </dsp:txXfrm>
    </dsp:sp>
    <dsp:sp modelId="{FB972B2F-3A1B-4697-A5B9-C81FD1E46A31}">
      <dsp:nvSpPr>
        <dsp:cNvPr id="0" name=""/>
        <dsp:cNvSpPr/>
      </dsp:nvSpPr>
      <dsp:spPr>
        <a:xfrm>
          <a:off x="2822151" y="261272"/>
          <a:ext cx="1266253" cy="71"/>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19D9A0-892E-45D2-8F91-F3747FD64ED8}">
      <dsp:nvSpPr>
        <dsp:cNvPr id="0" name=""/>
        <dsp:cNvSpPr/>
      </dsp:nvSpPr>
      <dsp:spPr>
        <a:xfrm>
          <a:off x="4122171" y="213988"/>
          <a:ext cx="64719" cy="121679"/>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B9F411-031D-4621-9134-C0324368D6BD}">
      <dsp:nvSpPr>
        <dsp:cNvPr id="0" name=""/>
        <dsp:cNvSpPr/>
      </dsp:nvSpPr>
      <dsp:spPr>
        <a:xfrm>
          <a:off x="3200080" y="6110"/>
          <a:ext cx="510395" cy="51039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3</a:t>
          </a:r>
        </a:p>
      </dsp:txBody>
      <dsp:txXfrm>
        <a:off x="3274826" y="80856"/>
        <a:ext cx="360903" cy="360903"/>
      </dsp:txXfrm>
    </dsp:sp>
    <dsp:sp modelId="{C20237E4-EF13-4CD9-B84E-B2E1DBB52DBE}">
      <dsp:nvSpPr>
        <dsp:cNvPr id="0" name=""/>
        <dsp:cNvSpPr/>
      </dsp:nvSpPr>
      <dsp:spPr>
        <a:xfrm>
          <a:off x="2822151" y="682105"/>
          <a:ext cx="1266253" cy="2149874"/>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Identify elements of the competitive environment.</a:t>
          </a:r>
        </a:p>
      </dsp:txBody>
      <dsp:txXfrm>
        <a:off x="2822151" y="935356"/>
        <a:ext cx="1266253" cy="1896623"/>
      </dsp:txXfrm>
    </dsp:sp>
    <dsp:sp modelId="{14D254CF-1D99-461D-9596-C896ABEFCCBC}">
      <dsp:nvSpPr>
        <dsp:cNvPr id="0" name=""/>
        <dsp:cNvSpPr/>
      </dsp:nvSpPr>
      <dsp:spPr>
        <a:xfrm>
          <a:off x="4229100" y="261272"/>
          <a:ext cx="1266253"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7010F36-3559-4D30-948B-1B97707F9D73}">
      <dsp:nvSpPr>
        <dsp:cNvPr id="0" name=""/>
        <dsp:cNvSpPr/>
      </dsp:nvSpPr>
      <dsp:spPr>
        <a:xfrm>
          <a:off x="5529119" y="213988"/>
          <a:ext cx="64719" cy="121679"/>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05615C-780F-4554-A43D-99D5C8347EE2}">
      <dsp:nvSpPr>
        <dsp:cNvPr id="0" name=""/>
        <dsp:cNvSpPr/>
      </dsp:nvSpPr>
      <dsp:spPr>
        <a:xfrm>
          <a:off x="4607029" y="6110"/>
          <a:ext cx="510395" cy="51039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4</a:t>
          </a:r>
        </a:p>
      </dsp:txBody>
      <dsp:txXfrm>
        <a:off x="4681775" y="80856"/>
        <a:ext cx="360903" cy="360903"/>
      </dsp:txXfrm>
    </dsp:sp>
    <dsp:sp modelId="{F5DE412A-BE8E-469F-9326-1FACA2142F63}">
      <dsp:nvSpPr>
        <dsp:cNvPr id="0" name=""/>
        <dsp:cNvSpPr/>
      </dsp:nvSpPr>
      <dsp:spPr>
        <a:xfrm>
          <a:off x="4229100" y="682105"/>
          <a:ext cx="1266253" cy="2149874"/>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Summarize how organizations respond to environmental uncertainty. </a:t>
          </a:r>
        </a:p>
      </dsp:txBody>
      <dsp:txXfrm>
        <a:off x="4229100" y="935356"/>
        <a:ext cx="1266253" cy="1896623"/>
      </dsp:txXfrm>
    </dsp:sp>
    <dsp:sp modelId="{F8F92AC8-231B-41CE-8782-EF3F717E867A}">
      <dsp:nvSpPr>
        <dsp:cNvPr id="0" name=""/>
        <dsp:cNvSpPr/>
      </dsp:nvSpPr>
      <dsp:spPr>
        <a:xfrm>
          <a:off x="5636048" y="261272"/>
          <a:ext cx="1266253"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BC5303-C29F-4567-8C8A-82B06B55A831}">
      <dsp:nvSpPr>
        <dsp:cNvPr id="0" name=""/>
        <dsp:cNvSpPr/>
      </dsp:nvSpPr>
      <dsp:spPr>
        <a:xfrm>
          <a:off x="6936067" y="213988"/>
          <a:ext cx="64719" cy="121679"/>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A2AC00-2EAE-4206-B886-D51F12472D1D}">
      <dsp:nvSpPr>
        <dsp:cNvPr id="0" name=""/>
        <dsp:cNvSpPr/>
      </dsp:nvSpPr>
      <dsp:spPr>
        <a:xfrm>
          <a:off x="6013977" y="6110"/>
          <a:ext cx="510395" cy="51039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5</a:t>
          </a:r>
        </a:p>
      </dsp:txBody>
      <dsp:txXfrm>
        <a:off x="6088723" y="80856"/>
        <a:ext cx="360903" cy="360903"/>
      </dsp:txXfrm>
    </dsp:sp>
    <dsp:sp modelId="{9F75E6B2-30F3-4340-940F-E4674DE6495F}">
      <dsp:nvSpPr>
        <dsp:cNvPr id="0" name=""/>
        <dsp:cNvSpPr/>
      </dsp:nvSpPr>
      <dsp:spPr>
        <a:xfrm>
          <a:off x="5636048" y="682105"/>
          <a:ext cx="1266253" cy="2149874"/>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Define elements of an organization’s culture. </a:t>
          </a:r>
        </a:p>
      </dsp:txBody>
      <dsp:txXfrm>
        <a:off x="5636048" y="935356"/>
        <a:ext cx="1266253" cy="1896623"/>
      </dsp:txXfrm>
    </dsp:sp>
    <dsp:sp modelId="{D3DA66CE-DC38-49BC-A82B-6C7D5E2D9282}">
      <dsp:nvSpPr>
        <dsp:cNvPr id="0" name=""/>
        <dsp:cNvSpPr/>
      </dsp:nvSpPr>
      <dsp:spPr>
        <a:xfrm>
          <a:off x="7042996" y="261271"/>
          <a:ext cx="633126"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80C770-4B3F-4925-8CFB-B9E54DA7EECB}">
      <dsp:nvSpPr>
        <dsp:cNvPr id="0" name=""/>
        <dsp:cNvSpPr/>
      </dsp:nvSpPr>
      <dsp:spPr>
        <a:xfrm>
          <a:off x="7420925" y="6110"/>
          <a:ext cx="510395" cy="51039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6</a:t>
          </a:r>
        </a:p>
      </dsp:txBody>
      <dsp:txXfrm>
        <a:off x="7495671" y="80856"/>
        <a:ext cx="360903" cy="360903"/>
      </dsp:txXfrm>
    </dsp:sp>
    <dsp:sp modelId="{67628AB2-B6C2-4439-A7B2-C954EF6FCE72}">
      <dsp:nvSpPr>
        <dsp:cNvPr id="0" name=""/>
        <dsp:cNvSpPr/>
      </dsp:nvSpPr>
      <dsp:spPr>
        <a:xfrm>
          <a:off x="7042996" y="682105"/>
          <a:ext cx="1266253" cy="2149874"/>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Discuss how an organization’s culture and climate affect its response to its external environment.</a:t>
          </a:r>
        </a:p>
      </dsp:txBody>
      <dsp:txXfrm>
        <a:off x="7042996" y="935356"/>
        <a:ext cx="1266253" cy="18966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D01CB5-7EB1-4A9E-860B-31D626970B89}">
      <dsp:nvSpPr>
        <dsp:cNvPr id="0" name=""/>
        <dsp:cNvSpPr/>
      </dsp:nvSpPr>
      <dsp:spPr>
        <a:xfrm>
          <a:off x="0" y="3000678"/>
          <a:ext cx="8458200" cy="19687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a:t>Role of managers:</a:t>
          </a:r>
        </a:p>
      </dsp:txBody>
      <dsp:txXfrm>
        <a:off x="0" y="3000678"/>
        <a:ext cx="8458200" cy="1063135"/>
      </dsp:txXfrm>
    </dsp:sp>
    <dsp:sp modelId="{DA435392-0A33-4922-BEDD-3EE468E7F7D8}">
      <dsp:nvSpPr>
        <dsp:cNvPr id="0" name=""/>
        <dsp:cNvSpPr/>
      </dsp:nvSpPr>
      <dsp:spPr>
        <a:xfrm>
          <a:off x="0" y="4024439"/>
          <a:ext cx="2114549" cy="90563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kern="1200"/>
            <a:t>In publicly-held companies, managers may feel required to meet Wall Street’s earnings expectations.</a:t>
          </a:r>
        </a:p>
      </dsp:txBody>
      <dsp:txXfrm>
        <a:off x="0" y="4024439"/>
        <a:ext cx="2114549" cy="905634"/>
      </dsp:txXfrm>
    </dsp:sp>
    <dsp:sp modelId="{C21C889B-8179-4D0C-B911-5CF67DA2F9F2}">
      <dsp:nvSpPr>
        <dsp:cNvPr id="0" name=""/>
        <dsp:cNvSpPr/>
      </dsp:nvSpPr>
      <dsp:spPr>
        <a:xfrm>
          <a:off x="2114550" y="4024439"/>
          <a:ext cx="2114549" cy="90563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kern="1200"/>
            <a:t>Managers may focus on short-term results at the expense of long-term success.</a:t>
          </a:r>
        </a:p>
      </dsp:txBody>
      <dsp:txXfrm>
        <a:off x="2114550" y="4024439"/>
        <a:ext cx="2114549" cy="905634"/>
      </dsp:txXfrm>
    </dsp:sp>
    <dsp:sp modelId="{1D45BE3F-4915-4FE1-BF6B-A7708CDF97EF}">
      <dsp:nvSpPr>
        <dsp:cNvPr id="0" name=""/>
        <dsp:cNvSpPr/>
      </dsp:nvSpPr>
      <dsp:spPr>
        <a:xfrm>
          <a:off x="4229100" y="4024439"/>
          <a:ext cx="2114549" cy="90563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kern="1200"/>
            <a:t>Some managers may be tempted to engage in unethical or unlawful behavior that misleads investors.</a:t>
          </a:r>
        </a:p>
      </dsp:txBody>
      <dsp:txXfrm>
        <a:off x="4229100" y="4024439"/>
        <a:ext cx="2114549" cy="905634"/>
      </dsp:txXfrm>
    </dsp:sp>
    <dsp:sp modelId="{1D76689F-2737-48D6-84AD-81D4A2845E86}">
      <dsp:nvSpPr>
        <dsp:cNvPr id="0" name=""/>
        <dsp:cNvSpPr/>
      </dsp:nvSpPr>
      <dsp:spPr>
        <a:xfrm>
          <a:off x="6343649" y="4024439"/>
          <a:ext cx="2114549" cy="90563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kern="1200"/>
            <a:t>Keep in mind that economic conditions change over time and are difficult to predict.</a:t>
          </a:r>
        </a:p>
      </dsp:txBody>
      <dsp:txXfrm>
        <a:off x="6343649" y="4024439"/>
        <a:ext cx="2114549" cy="905634"/>
      </dsp:txXfrm>
    </dsp:sp>
    <dsp:sp modelId="{B1ACF7EB-30D5-4B06-BAF7-360D233056A7}">
      <dsp:nvSpPr>
        <dsp:cNvPr id="0" name=""/>
        <dsp:cNvSpPr/>
      </dsp:nvSpPr>
      <dsp:spPr>
        <a:xfrm rot="10800000">
          <a:off x="0" y="2241"/>
          <a:ext cx="8458200" cy="3027968"/>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a:t>The economic environment affects managers’ ability to function effectively and influences their strategic choices.</a:t>
          </a:r>
        </a:p>
      </dsp:txBody>
      <dsp:txXfrm rot="10800000">
        <a:off x="0" y="2241"/>
        <a:ext cx="8458200" cy="19674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41840F-74AA-4743-B545-5172B9F2F7FF}">
      <dsp:nvSpPr>
        <dsp:cNvPr id="0" name=""/>
        <dsp:cNvSpPr/>
      </dsp:nvSpPr>
      <dsp:spPr>
        <a:xfrm>
          <a:off x="0" y="807899"/>
          <a:ext cx="8458200" cy="14915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BBEA41-CB41-4B65-B24F-1F2EF30FF514}">
      <dsp:nvSpPr>
        <dsp:cNvPr id="0" name=""/>
        <dsp:cNvSpPr/>
      </dsp:nvSpPr>
      <dsp:spPr>
        <a:xfrm>
          <a:off x="451180" y="1143488"/>
          <a:ext cx="820329" cy="8203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5DF73D-35BB-4AA8-AA10-D63E10C67C3A}">
      <dsp:nvSpPr>
        <dsp:cNvPr id="0" name=""/>
        <dsp:cNvSpPr/>
      </dsp:nvSpPr>
      <dsp:spPr>
        <a:xfrm>
          <a:off x="1722690" y="807899"/>
          <a:ext cx="6735509" cy="1491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51" tIns="157851" rIns="157851" bIns="157851" numCol="1" spcCol="1270" anchor="ctr" anchorCtr="0">
          <a:noAutofit/>
        </a:bodyPr>
        <a:lstStyle/>
        <a:p>
          <a:pPr marL="0" lvl="0" indent="0" algn="l" defTabSz="1111250">
            <a:lnSpc>
              <a:spcPct val="90000"/>
            </a:lnSpc>
            <a:spcBef>
              <a:spcPct val="0"/>
            </a:spcBef>
            <a:spcAft>
              <a:spcPct val="35000"/>
            </a:spcAft>
            <a:buNone/>
          </a:pPr>
          <a:r>
            <a:rPr lang="en-US" sz="2500" kern="1200"/>
            <a:t>Measures of various characteristics of the people who make up groups or other social units.</a:t>
          </a:r>
        </a:p>
      </dsp:txBody>
      <dsp:txXfrm>
        <a:off x="1722690" y="807899"/>
        <a:ext cx="6735509" cy="1491507"/>
      </dsp:txXfrm>
    </dsp:sp>
    <dsp:sp modelId="{EAB87321-2C18-4970-B87E-65B4E47409C0}">
      <dsp:nvSpPr>
        <dsp:cNvPr id="0" name=""/>
        <dsp:cNvSpPr/>
      </dsp:nvSpPr>
      <dsp:spPr>
        <a:xfrm>
          <a:off x="0" y="2672283"/>
          <a:ext cx="8458200" cy="14915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BF279C-C781-4CFC-A259-C61945BD61BE}">
      <dsp:nvSpPr>
        <dsp:cNvPr id="0" name=""/>
        <dsp:cNvSpPr/>
      </dsp:nvSpPr>
      <dsp:spPr>
        <a:xfrm>
          <a:off x="451180" y="3007873"/>
          <a:ext cx="820329" cy="8203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4E22F9-E479-4670-B73F-E38D832691F6}">
      <dsp:nvSpPr>
        <dsp:cNvPr id="0" name=""/>
        <dsp:cNvSpPr/>
      </dsp:nvSpPr>
      <dsp:spPr>
        <a:xfrm>
          <a:off x="1722690" y="2672283"/>
          <a:ext cx="3806190" cy="1491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51" tIns="157851" rIns="157851" bIns="157851" numCol="1" spcCol="1270" anchor="ctr" anchorCtr="0">
          <a:noAutofit/>
        </a:bodyPr>
        <a:lstStyle/>
        <a:p>
          <a:pPr marL="0" lvl="0" indent="0" algn="l" defTabSz="1111250">
            <a:lnSpc>
              <a:spcPct val="90000"/>
            </a:lnSpc>
            <a:spcBef>
              <a:spcPct val="0"/>
            </a:spcBef>
            <a:spcAft>
              <a:spcPct val="35000"/>
            </a:spcAft>
            <a:buNone/>
          </a:pPr>
          <a:r>
            <a:rPr lang="en-US" sz="2500" kern="1200"/>
            <a:t>Demographic trends:</a:t>
          </a:r>
        </a:p>
      </dsp:txBody>
      <dsp:txXfrm>
        <a:off x="1722690" y="2672283"/>
        <a:ext cx="3806190" cy="1491507"/>
      </dsp:txXfrm>
    </dsp:sp>
    <dsp:sp modelId="{5CF59CE5-9DB8-4545-BAB0-BACD5CB047B4}">
      <dsp:nvSpPr>
        <dsp:cNvPr id="0" name=""/>
        <dsp:cNvSpPr/>
      </dsp:nvSpPr>
      <dsp:spPr>
        <a:xfrm>
          <a:off x="5528880" y="2672283"/>
          <a:ext cx="2929319" cy="1491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51" tIns="157851" rIns="157851" bIns="157851" numCol="1" spcCol="1270" anchor="ctr" anchorCtr="0">
          <a:noAutofit/>
        </a:bodyPr>
        <a:lstStyle/>
        <a:p>
          <a:pPr marL="0" lvl="0" indent="0" algn="l" defTabSz="533400">
            <a:lnSpc>
              <a:spcPct val="90000"/>
            </a:lnSpc>
            <a:spcBef>
              <a:spcPct val="0"/>
            </a:spcBef>
            <a:spcAft>
              <a:spcPct val="35000"/>
            </a:spcAft>
            <a:buNone/>
          </a:pPr>
          <a:r>
            <a:rPr lang="en-US" sz="1200" kern="1200"/>
            <a:t>Aging of the workforce.</a:t>
          </a:r>
        </a:p>
        <a:p>
          <a:pPr marL="0" lvl="0" indent="0" algn="l" defTabSz="533400">
            <a:lnSpc>
              <a:spcPct val="90000"/>
            </a:lnSpc>
            <a:spcBef>
              <a:spcPct val="0"/>
            </a:spcBef>
            <a:spcAft>
              <a:spcPct val="35000"/>
            </a:spcAft>
            <a:buNone/>
          </a:pPr>
          <a:r>
            <a:rPr lang="en-US" sz="1200" kern="1200"/>
            <a:t>Increasing education and skill levels.</a:t>
          </a:r>
        </a:p>
        <a:p>
          <a:pPr marL="0" lvl="0" indent="0" algn="l" defTabSz="533400">
            <a:lnSpc>
              <a:spcPct val="90000"/>
            </a:lnSpc>
            <a:spcBef>
              <a:spcPct val="0"/>
            </a:spcBef>
            <a:spcAft>
              <a:spcPct val="35000"/>
            </a:spcAft>
            <a:buNone/>
          </a:pPr>
          <a:r>
            <a:rPr lang="en-US" sz="1200" kern="1200"/>
            <a:t>Immigration factors.</a:t>
          </a:r>
        </a:p>
        <a:p>
          <a:pPr marL="0" lvl="0" indent="0" algn="l" defTabSz="533400">
            <a:lnSpc>
              <a:spcPct val="90000"/>
            </a:lnSpc>
            <a:spcBef>
              <a:spcPct val="0"/>
            </a:spcBef>
            <a:spcAft>
              <a:spcPct val="35000"/>
            </a:spcAft>
            <a:buNone/>
          </a:pPr>
          <a:r>
            <a:rPr lang="en-US" sz="1200" kern="1200"/>
            <a:t>Increasingly diverse workforce.</a:t>
          </a:r>
        </a:p>
      </dsp:txBody>
      <dsp:txXfrm>
        <a:off x="5528880" y="2672283"/>
        <a:ext cx="2929319" cy="14915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4D6BB9-A7C8-484D-8927-81FCCC84C293}">
      <dsp:nvSpPr>
        <dsp:cNvPr id="0" name=""/>
        <dsp:cNvSpPr/>
      </dsp:nvSpPr>
      <dsp:spPr>
        <a:xfrm>
          <a:off x="0" y="1951"/>
          <a:ext cx="8458200" cy="11255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Organizations depend on the natural environment to provide them with resources.</a:t>
          </a:r>
        </a:p>
      </dsp:txBody>
      <dsp:txXfrm>
        <a:off x="54944" y="56895"/>
        <a:ext cx="8348312" cy="1015652"/>
      </dsp:txXfrm>
    </dsp:sp>
    <dsp:sp modelId="{79A75E1D-0CB4-462C-A719-14145F76DEDC}">
      <dsp:nvSpPr>
        <dsp:cNvPr id="0" name=""/>
        <dsp:cNvSpPr/>
      </dsp:nvSpPr>
      <dsp:spPr>
        <a:xfrm>
          <a:off x="0" y="1202371"/>
          <a:ext cx="8458200" cy="11255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Operations impact quality and quantity of resources.</a:t>
          </a:r>
        </a:p>
      </dsp:txBody>
      <dsp:txXfrm>
        <a:off x="54944" y="1257315"/>
        <a:ext cx="8348312" cy="1015652"/>
      </dsp:txXfrm>
    </dsp:sp>
    <dsp:sp modelId="{5B3A30B7-5904-4E5B-A2C6-DA6188785A65}">
      <dsp:nvSpPr>
        <dsp:cNvPr id="0" name=""/>
        <dsp:cNvSpPr/>
      </dsp:nvSpPr>
      <dsp:spPr>
        <a:xfrm>
          <a:off x="0" y="2402791"/>
          <a:ext cx="8458200" cy="11255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Impacts on local citizens.</a:t>
          </a:r>
        </a:p>
      </dsp:txBody>
      <dsp:txXfrm>
        <a:off x="54944" y="2457735"/>
        <a:ext cx="8348312" cy="10156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6ECBFB-7D84-4ED6-B051-5EC323B51EA2}">
      <dsp:nvSpPr>
        <dsp:cNvPr id="0" name=""/>
        <dsp:cNvSpPr/>
      </dsp:nvSpPr>
      <dsp:spPr>
        <a:xfrm rot="5400000">
          <a:off x="4781513" y="-1493985"/>
          <a:ext cx="1940124" cy="541324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kern="1200"/>
            <a:t>Alternative products or services.</a:t>
          </a:r>
        </a:p>
        <a:p>
          <a:pPr marL="228600" lvl="1" indent="-228600" algn="l" defTabSz="1111250">
            <a:lnSpc>
              <a:spcPct val="90000"/>
            </a:lnSpc>
            <a:spcBef>
              <a:spcPct val="0"/>
            </a:spcBef>
            <a:spcAft>
              <a:spcPct val="15000"/>
            </a:spcAft>
            <a:buChar char="•"/>
          </a:pPr>
          <a:r>
            <a:rPr lang="en-US" sz="2500" kern="1200"/>
            <a:t>Potential threat.</a:t>
          </a:r>
        </a:p>
      </dsp:txBody>
      <dsp:txXfrm rot="-5400000">
        <a:off x="3044952" y="337285"/>
        <a:ext cx="5318539" cy="1750706"/>
      </dsp:txXfrm>
    </dsp:sp>
    <dsp:sp modelId="{6FB242DD-3E7D-43F4-889C-3C009551B356}">
      <dsp:nvSpPr>
        <dsp:cNvPr id="0" name=""/>
        <dsp:cNvSpPr/>
      </dsp:nvSpPr>
      <dsp:spPr>
        <a:xfrm>
          <a:off x="0" y="60"/>
          <a:ext cx="3044952" cy="24251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b="1" kern="1200"/>
            <a:t>Substitutes:</a:t>
          </a:r>
          <a:endParaRPr lang="en-US" sz="3000" kern="1200"/>
        </a:p>
      </dsp:txBody>
      <dsp:txXfrm>
        <a:off x="118386" y="118446"/>
        <a:ext cx="2808180" cy="2188383"/>
      </dsp:txXfrm>
    </dsp:sp>
    <dsp:sp modelId="{7FEC69F8-074A-41BB-A668-F8C66743B3E2}">
      <dsp:nvSpPr>
        <dsp:cNvPr id="0" name=""/>
        <dsp:cNvSpPr/>
      </dsp:nvSpPr>
      <dsp:spPr>
        <a:xfrm rot="5400000">
          <a:off x="4781513" y="1052428"/>
          <a:ext cx="1940124" cy="541324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kern="1200"/>
            <a:t>Products or services that increase purchases of other products.</a:t>
          </a:r>
        </a:p>
        <a:p>
          <a:pPr marL="228600" lvl="1" indent="-228600" algn="l" defTabSz="1111250">
            <a:lnSpc>
              <a:spcPct val="90000"/>
            </a:lnSpc>
            <a:spcBef>
              <a:spcPct val="0"/>
            </a:spcBef>
            <a:spcAft>
              <a:spcPct val="15000"/>
            </a:spcAft>
            <a:buChar char="•"/>
          </a:pPr>
          <a:r>
            <a:rPr lang="en-US" sz="2500" kern="1200"/>
            <a:t>Potential opportunity.</a:t>
          </a:r>
        </a:p>
      </dsp:txBody>
      <dsp:txXfrm rot="-5400000">
        <a:off x="3044952" y="2883699"/>
        <a:ext cx="5318539" cy="1750706"/>
      </dsp:txXfrm>
    </dsp:sp>
    <dsp:sp modelId="{F77B6A23-A5D9-45F8-8FFF-7BF82C7DAB8B}">
      <dsp:nvSpPr>
        <dsp:cNvPr id="0" name=""/>
        <dsp:cNvSpPr/>
      </dsp:nvSpPr>
      <dsp:spPr>
        <a:xfrm>
          <a:off x="0" y="2546474"/>
          <a:ext cx="3044952" cy="24251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b="1" kern="1200"/>
            <a:t>Complements:</a:t>
          </a:r>
          <a:endParaRPr lang="en-US" sz="3000" kern="1200"/>
        </a:p>
      </dsp:txBody>
      <dsp:txXfrm>
        <a:off x="118386" y="2664860"/>
        <a:ext cx="2808180" cy="21883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BA098-EA22-420F-97EA-07DAAE51AC8D}">
      <dsp:nvSpPr>
        <dsp:cNvPr id="0" name=""/>
        <dsp:cNvSpPr/>
      </dsp:nvSpPr>
      <dsp:spPr>
        <a:xfrm>
          <a:off x="0" y="807899"/>
          <a:ext cx="8458200" cy="14915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7828A8-F31F-4075-B3CA-A986FB6EA52D}">
      <dsp:nvSpPr>
        <dsp:cNvPr id="0" name=""/>
        <dsp:cNvSpPr/>
      </dsp:nvSpPr>
      <dsp:spPr>
        <a:xfrm>
          <a:off x="451180" y="1143488"/>
          <a:ext cx="820329" cy="8203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99B063-50BC-4F24-8C07-0AB2EC907109}">
      <dsp:nvSpPr>
        <dsp:cNvPr id="0" name=""/>
        <dsp:cNvSpPr/>
      </dsp:nvSpPr>
      <dsp:spPr>
        <a:xfrm>
          <a:off x="1722690" y="807899"/>
          <a:ext cx="6735509" cy="1491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51" tIns="157851" rIns="157851" bIns="157851" numCol="1" spcCol="1270" anchor="ctr" anchorCtr="0">
          <a:noAutofit/>
        </a:bodyPr>
        <a:lstStyle/>
        <a:p>
          <a:pPr marL="0" lvl="0" indent="0" algn="l" defTabSz="933450">
            <a:lnSpc>
              <a:spcPct val="90000"/>
            </a:lnSpc>
            <a:spcBef>
              <a:spcPct val="0"/>
            </a:spcBef>
            <a:spcAft>
              <a:spcPct val="35000"/>
            </a:spcAft>
            <a:buNone/>
          </a:pPr>
          <a:r>
            <a:rPr lang="en-US" sz="2100" b="1" kern="1200"/>
            <a:t>Supply chain management: </a:t>
          </a:r>
          <a:r>
            <a:rPr lang="en-US" sz="2100" kern="1200"/>
            <a:t>Managing the acquisition of materials, their transformation into products, and the distribution of products to customers.</a:t>
          </a:r>
        </a:p>
      </dsp:txBody>
      <dsp:txXfrm>
        <a:off x="1722690" y="807899"/>
        <a:ext cx="6735509" cy="1491507"/>
      </dsp:txXfrm>
    </dsp:sp>
    <dsp:sp modelId="{B4AEE881-105E-4655-97B9-456A1F586D8C}">
      <dsp:nvSpPr>
        <dsp:cNvPr id="0" name=""/>
        <dsp:cNvSpPr/>
      </dsp:nvSpPr>
      <dsp:spPr>
        <a:xfrm>
          <a:off x="0" y="2672283"/>
          <a:ext cx="8458200" cy="14915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036301-2796-4B00-A432-761FDC697EEC}">
      <dsp:nvSpPr>
        <dsp:cNvPr id="0" name=""/>
        <dsp:cNvSpPr/>
      </dsp:nvSpPr>
      <dsp:spPr>
        <a:xfrm>
          <a:off x="451180" y="3007873"/>
          <a:ext cx="820329" cy="8203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448D08-3DA7-4903-8D87-FB2291EB66B9}">
      <dsp:nvSpPr>
        <dsp:cNvPr id="0" name=""/>
        <dsp:cNvSpPr/>
      </dsp:nvSpPr>
      <dsp:spPr>
        <a:xfrm>
          <a:off x="1722690" y="2672283"/>
          <a:ext cx="3806190" cy="1491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51" tIns="157851" rIns="157851" bIns="157851" numCol="1" spcCol="1270" anchor="ctr" anchorCtr="0">
          <a:noAutofit/>
        </a:bodyPr>
        <a:lstStyle/>
        <a:p>
          <a:pPr marL="0" lvl="0" indent="0" algn="l" defTabSz="933450">
            <a:lnSpc>
              <a:spcPct val="90000"/>
            </a:lnSpc>
            <a:spcBef>
              <a:spcPct val="0"/>
            </a:spcBef>
            <a:spcAft>
              <a:spcPct val="35000"/>
            </a:spcAft>
            <a:buNone/>
          </a:pPr>
          <a:r>
            <a:rPr lang="en-US" sz="2100" b="1" kern="1200"/>
            <a:t>Switching costs: </a:t>
          </a:r>
          <a:endParaRPr lang="en-US" sz="2100" kern="1200"/>
        </a:p>
      </dsp:txBody>
      <dsp:txXfrm>
        <a:off x="1722690" y="2672283"/>
        <a:ext cx="3806190" cy="1491507"/>
      </dsp:txXfrm>
    </dsp:sp>
    <dsp:sp modelId="{7482520E-1356-4D25-9BCF-8CA1F09DE6D4}">
      <dsp:nvSpPr>
        <dsp:cNvPr id="0" name=""/>
        <dsp:cNvSpPr/>
      </dsp:nvSpPr>
      <dsp:spPr>
        <a:xfrm>
          <a:off x="5528880" y="2672283"/>
          <a:ext cx="2929319" cy="1491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51" tIns="157851" rIns="157851" bIns="157851" numCol="1" spcCol="1270" anchor="ctr" anchorCtr="0">
          <a:noAutofit/>
        </a:bodyPr>
        <a:lstStyle/>
        <a:p>
          <a:pPr marL="0" lvl="0" indent="0" algn="l" defTabSz="711200">
            <a:lnSpc>
              <a:spcPct val="90000"/>
            </a:lnSpc>
            <a:spcBef>
              <a:spcPct val="0"/>
            </a:spcBef>
            <a:spcAft>
              <a:spcPct val="35000"/>
            </a:spcAft>
            <a:buNone/>
          </a:pPr>
          <a:r>
            <a:rPr lang="en-US" sz="1600" kern="1200"/>
            <a:t>Provide resources or inputs needed for production.</a:t>
          </a:r>
        </a:p>
        <a:p>
          <a:pPr marL="0" lvl="0" indent="0" algn="l" defTabSz="711200">
            <a:lnSpc>
              <a:spcPct val="90000"/>
            </a:lnSpc>
            <a:spcBef>
              <a:spcPct val="0"/>
            </a:spcBef>
            <a:spcAft>
              <a:spcPct val="35000"/>
            </a:spcAft>
            <a:buNone/>
          </a:pPr>
          <a:r>
            <a:rPr lang="en-US" sz="1600" kern="1200"/>
            <a:t>Fixed costs buyers face if they change suppliers.</a:t>
          </a:r>
        </a:p>
      </dsp:txBody>
      <dsp:txXfrm>
        <a:off x="5528880" y="2672283"/>
        <a:ext cx="2929319" cy="149150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20698-C145-42FB-BD44-AC60D28861C5}">
      <dsp:nvSpPr>
        <dsp:cNvPr id="0" name=""/>
        <dsp:cNvSpPr/>
      </dsp:nvSpPr>
      <dsp:spPr>
        <a:xfrm>
          <a:off x="0" y="451"/>
          <a:ext cx="8458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BC5F40-5438-4827-9EF3-5D3487DD0C89}">
      <dsp:nvSpPr>
        <dsp:cNvPr id="0" name=""/>
        <dsp:cNvSpPr/>
      </dsp:nvSpPr>
      <dsp:spPr>
        <a:xfrm>
          <a:off x="0" y="451"/>
          <a:ext cx="8458200" cy="1189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u="sng" kern="1200" dirty="0"/>
            <a:t>Environmental uncertainty</a:t>
          </a:r>
          <a:r>
            <a:rPr lang="en-US" sz="3000" kern="1200" dirty="0"/>
            <a:t>: Lack of information needed to understand or predict the future.</a:t>
          </a:r>
        </a:p>
      </dsp:txBody>
      <dsp:txXfrm>
        <a:off x="0" y="451"/>
        <a:ext cx="8458200" cy="1189267"/>
      </dsp:txXfrm>
    </dsp:sp>
    <dsp:sp modelId="{44EA4B17-E9E4-46FC-9106-73056046EF23}">
      <dsp:nvSpPr>
        <dsp:cNvPr id="0" name=""/>
        <dsp:cNvSpPr/>
      </dsp:nvSpPr>
      <dsp:spPr>
        <a:xfrm>
          <a:off x="0" y="1189718"/>
          <a:ext cx="8458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2FA7C5-3720-4F55-ADEE-29C3FF173D0A}">
      <dsp:nvSpPr>
        <dsp:cNvPr id="0" name=""/>
        <dsp:cNvSpPr/>
      </dsp:nvSpPr>
      <dsp:spPr>
        <a:xfrm>
          <a:off x="0" y="1189718"/>
          <a:ext cx="8458200" cy="1803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u="sng" kern="1200"/>
            <a:t>Environmental complexity</a:t>
          </a:r>
          <a:r>
            <a:rPr lang="en-US" sz="3000" kern="1200"/>
            <a:t>: The number of issues that must be attended to as well as the interconnectedness of these issues.</a:t>
          </a:r>
        </a:p>
      </dsp:txBody>
      <dsp:txXfrm>
        <a:off x="0" y="1189718"/>
        <a:ext cx="8458200" cy="1803997"/>
      </dsp:txXfrm>
    </dsp:sp>
    <dsp:sp modelId="{D4BABDCC-5710-4210-A416-2CD9E319679D}">
      <dsp:nvSpPr>
        <dsp:cNvPr id="0" name=""/>
        <dsp:cNvSpPr/>
      </dsp:nvSpPr>
      <dsp:spPr>
        <a:xfrm>
          <a:off x="0" y="2993716"/>
          <a:ext cx="8458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EE68B9-A6AA-4C5C-AF58-AADDCF22832E}">
      <dsp:nvSpPr>
        <dsp:cNvPr id="0" name=""/>
        <dsp:cNvSpPr/>
      </dsp:nvSpPr>
      <dsp:spPr>
        <a:xfrm>
          <a:off x="0" y="2993716"/>
          <a:ext cx="8458200" cy="1803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u="sng" kern="1200"/>
            <a:t>Environmental dynamism</a:t>
          </a:r>
          <a:r>
            <a:rPr lang="en-US" sz="3000" kern="1200"/>
            <a:t>: The degree of discontinuous change that occurs within an industry.</a:t>
          </a:r>
        </a:p>
      </dsp:txBody>
      <dsp:txXfrm>
        <a:off x="0" y="2993716"/>
        <a:ext cx="8458200" cy="18039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BE6C22-6660-449F-AD60-E060E6A0FAC3}">
      <dsp:nvSpPr>
        <dsp:cNvPr id="0" name=""/>
        <dsp:cNvSpPr/>
      </dsp:nvSpPr>
      <dsp:spPr>
        <a:xfrm>
          <a:off x="0" y="0"/>
          <a:ext cx="8458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5DF5CE-8775-46B9-A9EA-CBD9BA323B44}">
      <dsp:nvSpPr>
        <dsp:cNvPr id="0" name=""/>
        <dsp:cNvSpPr/>
      </dsp:nvSpPr>
      <dsp:spPr>
        <a:xfrm>
          <a:off x="0" y="0"/>
          <a:ext cx="8458200" cy="2485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u="sng" kern="1200"/>
            <a:t>Environmental scanning</a:t>
          </a:r>
          <a:r>
            <a:rPr lang="en-US" sz="3500" kern="1200"/>
            <a:t>: Searching for useful information, unavailable to most, sorting that information and interpreting what is important.</a:t>
          </a:r>
        </a:p>
      </dsp:txBody>
      <dsp:txXfrm>
        <a:off x="0" y="0"/>
        <a:ext cx="8458200" cy="2485845"/>
      </dsp:txXfrm>
    </dsp:sp>
    <dsp:sp modelId="{B483E630-1584-4479-A066-07C851270A61}">
      <dsp:nvSpPr>
        <dsp:cNvPr id="0" name=""/>
        <dsp:cNvSpPr/>
      </dsp:nvSpPr>
      <dsp:spPr>
        <a:xfrm>
          <a:off x="0" y="2485845"/>
          <a:ext cx="8458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F5EB57-B779-42A2-AF38-68FA24D5A201}">
      <dsp:nvSpPr>
        <dsp:cNvPr id="0" name=""/>
        <dsp:cNvSpPr/>
      </dsp:nvSpPr>
      <dsp:spPr>
        <a:xfrm>
          <a:off x="0" y="2485845"/>
          <a:ext cx="8458200" cy="24858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u="sng" kern="1200"/>
            <a:t>Competitive intelligence</a:t>
          </a:r>
          <a:r>
            <a:rPr lang="en-US" sz="3500" kern="1200"/>
            <a:t>: Information that helps managers determine how to compete better.</a:t>
          </a:r>
        </a:p>
      </dsp:txBody>
      <dsp:txXfrm>
        <a:off x="0" y="2485845"/>
        <a:ext cx="8458200" cy="248584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3F65D5-755E-4CBF-B540-D328007F2ACF}">
      <dsp:nvSpPr>
        <dsp:cNvPr id="0" name=""/>
        <dsp:cNvSpPr/>
      </dsp:nvSpPr>
      <dsp:spPr>
        <a:xfrm>
          <a:off x="0" y="807899"/>
          <a:ext cx="8458200" cy="149150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19329C-D197-4E08-AAD0-3D225ADC9A60}">
      <dsp:nvSpPr>
        <dsp:cNvPr id="0" name=""/>
        <dsp:cNvSpPr/>
      </dsp:nvSpPr>
      <dsp:spPr>
        <a:xfrm>
          <a:off x="451180" y="1143488"/>
          <a:ext cx="820329" cy="8203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957E8C-17D7-47A3-A6F7-296DB364A61D}">
      <dsp:nvSpPr>
        <dsp:cNvPr id="0" name=""/>
        <dsp:cNvSpPr/>
      </dsp:nvSpPr>
      <dsp:spPr>
        <a:xfrm>
          <a:off x="1722690" y="807899"/>
          <a:ext cx="6735509" cy="1491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51" tIns="157851" rIns="157851" bIns="157851" numCol="1" spcCol="1270" anchor="ctr" anchorCtr="0">
          <a:noAutofit/>
        </a:bodyPr>
        <a:lstStyle/>
        <a:p>
          <a:pPr marL="0" lvl="0" indent="0" algn="l" defTabSz="1066800">
            <a:lnSpc>
              <a:spcPct val="90000"/>
            </a:lnSpc>
            <a:spcBef>
              <a:spcPct val="0"/>
            </a:spcBef>
            <a:spcAft>
              <a:spcPct val="35000"/>
            </a:spcAft>
            <a:buNone/>
          </a:pPr>
          <a:r>
            <a:rPr lang="en-US" sz="2400" kern="1200" dirty="0"/>
            <a:t>The process of comparing an organization’s practices and technologies with those of other companies.</a:t>
          </a:r>
        </a:p>
      </dsp:txBody>
      <dsp:txXfrm>
        <a:off x="1722690" y="807899"/>
        <a:ext cx="6735509" cy="1491507"/>
      </dsp:txXfrm>
    </dsp:sp>
    <dsp:sp modelId="{C3B79388-2BEC-4A19-B610-6F01588FFC16}">
      <dsp:nvSpPr>
        <dsp:cNvPr id="0" name=""/>
        <dsp:cNvSpPr/>
      </dsp:nvSpPr>
      <dsp:spPr>
        <a:xfrm>
          <a:off x="0" y="2672283"/>
          <a:ext cx="8458200" cy="149150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612A1E-03FE-4038-855C-8918C868D6EB}">
      <dsp:nvSpPr>
        <dsp:cNvPr id="0" name=""/>
        <dsp:cNvSpPr/>
      </dsp:nvSpPr>
      <dsp:spPr>
        <a:xfrm>
          <a:off x="451180" y="3007873"/>
          <a:ext cx="820329" cy="8203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94F256-C490-49EA-8D2C-411B76199B1F}">
      <dsp:nvSpPr>
        <dsp:cNvPr id="0" name=""/>
        <dsp:cNvSpPr/>
      </dsp:nvSpPr>
      <dsp:spPr>
        <a:xfrm>
          <a:off x="1722690" y="2672283"/>
          <a:ext cx="6735509" cy="1491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851" tIns="157851" rIns="157851" bIns="157851" numCol="1" spcCol="1270" anchor="ctr" anchorCtr="0">
          <a:noAutofit/>
        </a:bodyPr>
        <a:lstStyle/>
        <a:p>
          <a:pPr marL="0" lvl="0" indent="0" algn="l" defTabSz="1066800">
            <a:lnSpc>
              <a:spcPct val="90000"/>
            </a:lnSpc>
            <a:spcBef>
              <a:spcPct val="0"/>
            </a:spcBef>
            <a:spcAft>
              <a:spcPct val="35000"/>
            </a:spcAft>
            <a:buNone/>
          </a:pPr>
          <a:r>
            <a:rPr lang="en-US" sz="2400" kern="1200"/>
            <a:t>Identifying the best-in-class performance by one or more companies in a given area and comparing your processes to their processes.</a:t>
          </a:r>
        </a:p>
      </dsp:txBody>
      <dsp:txXfrm>
        <a:off x="1722690" y="2672283"/>
        <a:ext cx="6735509" cy="149150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6CE808-B8DF-4739-B152-12D99CC7511F}">
      <dsp:nvSpPr>
        <dsp:cNvPr id="0" name=""/>
        <dsp:cNvSpPr/>
      </dsp:nvSpPr>
      <dsp:spPr>
        <a:xfrm>
          <a:off x="1032" y="1143937"/>
          <a:ext cx="3624057" cy="230127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A376F2A-A5E7-46C7-AE18-240D9DDF5AF1}">
      <dsp:nvSpPr>
        <dsp:cNvPr id="0" name=""/>
        <dsp:cNvSpPr/>
      </dsp:nvSpPr>
      <dsp:spPr>
        <a:xfrm>
          <a:off x="403705" y="1526476"/>
          <a:ext cx="3624057" cy="2301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u="sng" kern="1200"/>
            <a:t>Independent strategies</a:t>
          </a:r>
          <a:r>
            <a:rPr lang="en-US" sz="2100" kern="1200"/>
            <a:t>: Strategies that an organization acting on its own uses to change some aspect of its current environment.</a:t>
          </a:r>
        </a:p>
      </dsp:txBody>
      <dsp:txXfrm>
        <a:off x="471107" y="1593878"/>
        <a:ext cx="3489253" cy="2166472"/>
      </dsp:txXfrm>
    </dsp:sp>
    <dsp:sp modelId="{6A150123-BDC3-4C9C-9B90-81D1F13BDE96}">
      <dsp:nvSpPr>
        <dsp:cNvPr id="0" name=""/>
        <dsp:cNvSpPr/>
      </dsp:nvSpPr>
      <dsp:spPr>
        <a:xfrm>
          <a:off x="4430436" y="1143937"/>
          <a:ext cx="3624057" cy="230127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FF7B3F6A-BD0E-44AB-B23A-E04BBA4ED2BF}">
      <dsp:nvSpPr>
        <dsp:cNvPr id="0" name=""/>
        <dsp:cNvSpPr/>
      </dsp:nvSpPr>
      <dsp:spPr>
        <a:xfrm>
          <a:off x="4833109" y="1526476"/>
          <a:ext cx="3624057" cy="23012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u="sng" kern="1200"/>
            <a:t>Cooperative strategies</a:t>
          </a:r>
          <a:r>
            <a:rPr lang="en-US" sz="2100" kern="1200"/>
            <a:t>: Strategies used by two or more organizations working together to manage the external environment.</a:t>
          </a:r>
        </a:p>
      </dsp:txBody>
      <dsp:txXfrm>
        <a:off x="4900511" y="1593878"/>
        <a:ext cx="3489253" cy="216647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42958D-EDA1-4138-ACD8-260233AC42D4}">
      <dsp:nvSpPr>
        <dsp:cNvPr id="0" name=""/>
        <dsp:cNvSpPr/>
      </dsp:nvSpPr>
      <dsp:spPr>
        <a:xfrm>
          <a:off x="0" y="606"/>
          <a:ext cx="8458200" cy="14201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828004-545B-4200-91DF-C1EA4D351B02}">
      <dsp:nvSpPr>
        <dsp:cNvPr id="0" name=""/>
        <dsp:cNvSpPr/>
      </dsp:nvSpPr>
      <dsp:spPr>
        <a:xfrm>
          <a:off x="429591" y="320137"/>
          <a:ext cx="781074" cy="7810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6E79D4-B88E-457F-80C3-309400065965}">
      <dsp:nvSpPr>
        <dsp:cNvPr id="0" name=""/>
        <dsp:cNvSpPr/>
      </dsp:nvSpPr>
      <dsp:spPr>
        <a:xfrm>
          <a:off x="1640257" y="606"/>
          <a:ext cx="3806190" cy="1420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298" tIns="150298" rIns="150298" bIns="150298" numCol="1" spcCol="1270" anchor="ctr" anchorCtr="0">
          <a:noAutofit/>
        </a:bodyPr>
        <a:lstStyle/>
        <a:p>
          <a:pPr marL="0" lvl="0" indent="0" algn="l" defTabSz="977900">
            <a:lnSpc>
              <a:spcPct val="100000"/>
            </a:lnSpc>
            <a:spcBef>
              <a:spcPct val="0"/>
            </a:spcBef>
            <a:spcAft>
              <a:spcPct val="35000"/>
            </a:spcAft>
            <a:buNone/>
          </a:pPr>
          <a:r>
            <a:rPr lang="en-US" sz="2200" kern="1200"/>
            <a:t>Considerations in managing external environment:</a:t>
          </a:r>
        </a:p>
      </dsp:txBody>
      <dsp:txXfrm>
        <a:off x="1640257" y="606"/>
        <a:ext cx="3806190" cy="1420136"/>
      </dsp:txXfrm>
    </dsp:sp>
    <dsp:sp modelId="{CE97989C-D59F-4B11-AC35-D13EDFCA5F3E}">
      <dsp:nvSpPr>
        <dsp:cNvPr id="0" name=""/>
        <dsp:cNvSpPr/>
      </dsp:nvSpPr>
      <dsp:spPr>
        <a:xfrm>
          <a:off x="5446447" y="606"/>
          <a:ext cx="3011752" cy="1420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298" tIns="150298" rIns="150298" bIns="150298" numCol="1" spcCol="1270" anchor="ctr" anchorCtr="0">
          <a:noAutofit/>
        </a:bodyPr>
        <a:lstStyle/>
        <a:p>
          <a:pPr marL="0" lvl="0" indent="0" algn="l" defTabSz="533400">
            <a:lnSpc>
              <a:spcPct val="100000"/>
            </a:lnSpc>
            <a:spcBef>
              <a:spcPct val="0"/>
            </a:spcBef>
            <a:spcAft>
              <a:spcPct val="35000"/>
            </a:spcAft>
            <a:buNone/>
          </a:pPr>
          <a:r>
            <a:rPr lang="en-US" sz="1200" kern="1200" dirty="0"/>
            <a:t>Aim at elements of environment that</a:t>
          </a:r>
        </a:p>
        <a:p>
          <a:pPr marL="114300" lvl="1" indent="-114300" algn="l" defTabSz="533400">
            <a:lnSpc>
              <a:spcPct val="90000"/>
            </a:lnSpc>
            <a:spcBef>
              <a:spcPct val="0"/>
            </a:spcBef>
            <a:spcAft>
              <a:spcPct val="15000"/>
            </a:spcAft>
            <a:buChar char="•"/>
          </a:pPr>
          <a:r>
            <a:rPr lang="en-US" sz="1200" kern="1200"/>
            <a:t>Cause the company problems.</a:t>
          </a:r>
        </a:p>
        <a:p>
          <a:pPr marL="114300" lvl="1" indent="-114300" algn="l" defTabSz="533400">
            <a:lnSpc>
              <a:spcPct val="90000"/>
            </a:lnSpc>
            <a:spcBef>
              <a:spcPct val="0"/>
            </a:spcBef>
            <a:spcAft>
              <a:spcPct val="15000"/>
            </a:spcAft>
            <a:buChar char="•"/>
          </a:pPr>
          <a:r>
            <a:rPr lang="en-US" sz="1200" kern="1200"/>
            <a:t>Provide it with opportunities.</a:t>
          </a:r>
        </a:p>
        <a:p>
          <a:pPr marL="114300" lvl="1" indent="-114300" algn="l" defTabSz="533400">
            <a:lnSpc>
              <a:spcPct val="90000"/>
            </a:lnSpc>
            <a:spcBef>
              <a:spcPct val="0"/>
            </a:spcBef>
            <a:spcAft>
              <a:spcPct val="15000"/>
            </a:spcAft>
            <a:buChar char="•"/>
          </a:pPr>
          <a:r>
            <a:rPr lang="en-US" sz="1200" kern="1200"/>
            <a:t>Allow the company to change successfully.</a:t>
          </a:r>
        </a:p>
      </dsp:txBody>
      <dsp:txXfrm>
        <a:off x="5446447" y="606"/>
        <a:ext cx="3011752" cy="1420136"/>
      </dsp:txXfrm>
    </dsp:sp>
    <dsp:sp modelId="{8983690D-1366-4F51-8019-EB2854052247}">
      <dsp:nvSpPr>
        <dsp:cNvPr id="0" name=""/>
        <dsp:cNvSpPr/>
      </dsp:nvSpPr>
      <dsp:spPr>
        <a:xfrm>
          <a:off x="0" y="1775777"/>
          <a:ext cx="8458200" cy="14201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55DBCD-438A-410F-893C-0634DFD22C99}">
      <dsp:nvSpPr>
        <dsp:cNvPr id="0" name=""/>
        <dsp:cNvSpPr/>
      </dsp:nvSpPr>
      <dsp:spPr>
        <a:xfrm>
          <a:off x="429591" y="2095308"/>
          <a:ext cx="781074" cy="7810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F912DA-5F22-49CA-B123-4B035BB5DF2A}">
      <dsp:nvSpPr>
        <dsp:cNvPr id="0" name=""/>
        <dsp:cNvSpPr/>
      </dsp:nvSpPr>
      <dsp:spPr>
        <a:xfrm>
          <a:off x="1640257" y="1775777"/>
          <a:ext cx="6817942" cy="1420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298" tIns="150298" rIns="150298" bIns="150298" numCol="1" spcCol="1270" anchor="ctr" anchorCtr="0">
          <a:noAutofit/>
        </a:bodyPr>
        <a:lstStyle/>
        <a:p>
          <a:pPr marL="0" lvl="0" indent="0" algn="l" defTabSz="977900">
            <a:lnSpc>
              <a:spcPct val="100000"/>
            </a:lnSpc>
            <a:spcBef>
              <a:spcPct val="0"/>
            </a:spcBef>
            <a:spcAft>
              <a:spcPct val="35000"/>
            </a:spcAft>
            <a:buNone/>
          </a:pPr>
          <a:r>
            <a:rPr lang="en-US" sz="2200" kern="1200"/>
            <a:t>Choose responses that fit the environmental component of interest. </a:t>
          </a:r>
        </a:p>
      </dsp:txBody>
      <dsp:txXfrm>
        <a:off x="1640257" y="1775777"/>
        <a:ext cx="6817942" cy="1420136"/>
      </dsp:txXfrm>
    </dsp:sp>
    <dsp:sp modelId="{A8AB09B4-6A75-449A-8569-66EE69556472}">
      <dsp:nvSpPr>
        <dsp:cNvPr id="0" name=""/>
        <dsp:cNvSpPr/>
      </dsp:nvSpPr>
      <dsp:spPr>
        <a:xfrm>
          <a:off x="0" y="3550947"/>
          <a:ext cx="8458200" cy="14201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14C39A-19A3-45AF-8E44-9DCB0C477992}">
      <dsp:nvSpPr>
        <dsp:cNvPr id="0" name=""/>
        <dsp:cNvSpPr/>
      </dsp:nvSpPr>
      <dsp:spPr>
        <a:xfrm>
          <a:off x="429591" y="3870478"/>
          <a:ext cx="781074" cy="7810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DD95B4-5E31-4463-BF5F-071312B30845}">
      <dsp:nvSpPr>
        <dsp:cNvPr id="0" name=""/>
        <dsp:cNvSpPr/>
      </dsp:nvSpPr>
      <dsp:spPr>
        <a:xfrm>
          <a:off x="1640257" y="3550947"/>
          <a:ext cx="6817942" cy="1420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298" tIns="150298" rIns="150298" bIns="150298" numCol="1" spcCol="1270" anchor="ctr" anchorCtr="0">
          <a:noAutofit/>
        </a:bodyPr>
        <a:lstStyle/>
        <a:p>
          <a:pPr marL="0" lvl="0" indent="0" algn="l" defTabSz="977900">
            <a:lnSpc>
              <a:spcPct val="100000"/>
            </a:lnSpc>
            <a:spcBef>
              <a:spcPct val="0"/>
            </a:spcBef>
            <a:spcAft>
              <a:spcPct val="35000"/>
            </a:spcAft>
            <a:buNone/>
          </a:pPr>
          <a:r>
            <a:rPr lang="en-US" sz="2200" kern="1200"/>
            <a:t>Choose actions that offer most benefit at lowest cost.</a:t>
          </a:r>
        </a:p>
      </dsp:txBody>
      <dsp:txXfrm>
        <a:off x="1640257" y="3550947"/>
        <a:ext cx="6817942" cy="142013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7F45B-E679-4F20-AD3F-94DFA5A7092A}">
      <dsp:nvSpPr>
        <dsp:cNvPr id="0" name=""/>
        <dsp:cNvSpPr/>
      </dsp:nvSpPr>
      <dsp:spPr>
        <a:xfrm>
          <a:off x="0" y="119509"/>
          <a:ext cx="8458200" cy="73593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set of important assumptions about the organization and its goals and practices that its members share.</a:t>
          </a:r>
        </a:p>
      </dsp:txBody>
      <dsp:txXfrm>
        <a:off x="35925" y="155434"/>
        <a:ext cx="8386350" cy="664080"/>
      </dsp:txXfrm>
    </dsp:sp>
    <dsp:sp modelId="{652462D5-0CD9-4E88-86A4-15063BA25E73}">
      <dsp:nvSpPr>
        <dsp:cNvPr id="0" name=""/>
        <dsp:cNvSpPr/>
      </dsp:nvSpPr>
      <dsp:spPr>
        <a:xfrm>
          <a:off x="0" y="855439"/>
          <a:ext cx="8458200" cy="501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u="sng" kern="1200"/>
            <a:t>Strong Cultures</a:t>
          </a:r>
          <a:r>
            <a:rPr lang="en-US" sz="1300" kern="1200"/>
            <a:t>: majority of people within the organization agree on organizational goals.</a:t>
          </a:r>
        </a:p>
        <a:p>
          <a:pPr marL="114300" lvl="1" indent="-114300" algn="l" defTabSz="577850">
            <a:lnSpc>
              <a:spcPct val="90000"/>
            </a:lnSpc>
            <a:spcBef>
              <a:spcPct val="0"/>
            </a:spcBef>
            <a:spcAft>
              <a:spcPct val="20000"/>
            </a:spcAft>
            <a:buChar char="•"/>
          </a:pPr>
          <a:r>
            <a:rPr lang="en-US" sz="1300" u="sng" kern="1200"/>
            <a:t>Weak Cultures</a:t>
          </a:r>
          <a:r>
            <a:rPr lang="en-US" sz="1300" kern="1200"/>
            <a:t>: different people hold different values and there is confusion about corporate goals.</a:t>
          </a:r>
        </a:p>
      </dsp:txBody>
      <dsp:txXfrm>
        <a:off x="0" y="855439"/>
        <a:ext cx="8458200" cy="501457"/>
      </dsp:txXfrm>
    </dsp:sp>
    <dsp:sp modelId="{023E87AF-1A3D-4121-B604-CEB8F44681FD}">
      <dsp:nvSpPr>
        <dsp:cNvPr id="0" name=""/>
        <dsp:cNvSpPr/>
      </dsp:nvSpPr>
      <dsp:spPr>
        <a:xfrm>
          <a:off x="0" y="1356896"/>
          <a:ext cx="8458200" cy="73593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Diagnosing culture: useful clues about culture</a:t>
          </a:r>
        </a:p>
      </dsp:txBody>
      <dsp:txXfrm>
        <a:off x="35925" y="1392821"/>
        <a:ext cx="8386350" cy="664080"/>
      </dsp:txXfrm>
    </dsp:sp>
    <dsp:sp modelId="{2F5CB890-8010-4477-BF26-D72FA21B4DCF}">
      <dsp:nvSpPr>
        <dsp:cNvPr id="0" name=""/>
        <dsp:cNvSpPr/>
      </dsp:nvSpPr>
      <dsp:spPr>
        <a:xfrm>
          <a:off x="0" y="2092826"/>
          <a:ext cx="8458200" cy="1266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Corporate mission statements and official goals.</a:t>
          </a:r>
        </a:p>
        <a:p>
          <a:pPr marL="114300" lvl="1" indent="-114300" algn="l" defTabSz="577850">
            <a:lnSpc>
              <a:spcPct val="90000"/>
            </a:lnSpc>
            <a:spcBef>
              <a:spcPct val="0"/>
            </a:spcBef>
            <a:spcAft>
              <a:spcPct val="20000"/>
            </a:spcAft>
            <a:buChar char="•"/>
          </a:pPr>
          <a:r>
            <a:rPr lang="en-US" sz="1300" kern="1200"/>
            <a:t>Important business practices.</a:t>
          </a:r>
        </a:p>
        <a:p>
          <a:pPr marL="114300" lvl="1" indent="-114300" algn="l" defTabSz="577850">
            <a:lnSpc>
              <a:spcPct val="90000"/>
            </a:lnSpc>
            <a:spcBef>
              <a:spcPct val="0"/>
            </a:spcBef>
            <a:spcAft>
              <a:spcPct val="20000"/>
            </a:spcAft>
            <a:buChar char="•"/>
          </a:pPr>
          <a:r>
            <a:rPr lang="en-US" sz="1300" kern="1200"/>
            <a:t>Symbols, rites, and ceremonies.</a:t>
          </a:r>
        </a:p>
        <a:p>
          <a:pPr marL="114300" lvl="1" indent="-114300" algn="l" defTabSz="577850">
            <a:lnSpc>
              <a:spcPct val="90000"/>
            </a:lnSpc>
            <a:spcBef>
              <a:spcPct val="0"/>
            </a:spcBef>
            <a:spcAft>
              <a:spcPct val="20000"/>
            </a:spcAft>
            <a:buChar char="•"/>
          </a:pPr>
          <a:r>
            <a:rPr lang="en-US" sz="1300" kern="1200"/>
            <a:t>The stories people tell.</a:t>
          </a:r>
        </a:p>
        <a:p>
          <a:pPr marL="114300" lvl="1" indent="-114300" algn="l" defTabSz="577850">
            <a:lnSpc>
              <a:spcPct val="90000"/>
            </a:lnSpc>
            <a:spcBef>
              <a:spcPct val="0"/>
            </a:spcBef>
            <a:spcAft>
              <a:spcPct val="20000"/>
            </a:spcAft>
            <a:buChar char="•"/>
          </a:pPr>
          <a:r>
            <a:rPr lang="en-US" sz="1300" kern="1200"/>
            <a:t>Cultural assessments.</a:t>
          </a:r>
        </a:p>
      </dsp:txBody>
      <dsp:txXfrm>
        <a:off x="0" y="2092826"/>
        <a:ext cx="8458200" cy="1266840"/>
      </dsp:txXfrm>
    </dsp:sp>
    <dsp:sp modelId="{B42B7B53-536E-49BE-9DD2-C88630BCE700}">
      <dsp:nvSpPr>
        <dsp:cNvPr id="0" name=""/>
        <dsp:cNvSpPr/>
      </dsp:nvSpPr>
      <dsp:spPr>
        <a:xfrm>
          <a:off x="0" y="3359666"/>
          <a:ext cx="8458200" cy="73593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Managing Culture:</a:t>
          </a:r>
        </a:p>
      </dsp:txBody>
      <dsp:txXfrm>
        <a:off x="35925" y="3395591"/>
        <a:ext cx="8386350" cy="664080"/>
      </dsp:txXfrm>
    </dsp:sp>
    <dsp:sp modelId="{B70CE731-DB92-4871-BA3C-3C927EE38252}">
      <dsp:nvSpPr>
        <dsp:cNvPr id="0" name=""/>
        <dsp:cNvSpPr/>
      </dsp:nvSpPr>
      <dsp:spPr>
        <a:xfrm>
          <a:off x="0" y="4095596"/>
          <a:ext cx="8458200" cy="756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Manage culture actively.</a:t>
          </a:r>
        </a:p>
        <a:p>
          <a:pPr marL="114300" lvl="1" indent="-114300" algn="l" defTabSz="577850">
            <a:lnSpc>
              <a:spcPct val="90000"/>
            </a:lnSpc>
            <a:spcBef>
              <a:spcPct val="0"/>
            </a:spcBef>
            <a:spcAft>
              <a:spcPct val="20000"/>
            </a:spcAft>
            <a:buChar char="•"/>
          </a:pPr>
          <a:r>
            <a:rPr lang="en-US" sz="1300" kern="1200"/>
            <a:t>Communicate with employees regularly and set the right examples.</a:t>
          </a:r>
        </a:p>
        <a:p>
          <a:pPr marL="114300" lvl="1" indent="-114300" algn="l" defTabSz="577850">
            <a:lnSpc>
              <a:spcPct val="90000"/>
            </a:lnSpc>
            <a:spcBef>
              <a:spcPct val="0"/>
            </a:spcBef>
            <a:spcAft>
              <a:spcPct val="20000"/>
            </a:spcAft>
            <a:buChar char="•"/>
          </a:pPr>
          <a:r>
            <a:rPr lang="en-US" sz="1300" kern="1200"/>
            <a:t>Celebrate and reward those who exemplify desired culture.</a:t>
          </a:r>
        </a:p>
      </dsp:txBody>
      <dsp:txXfrm>
        <a:off x="0" y="4095596"/>
        <a:ext cx="8458200" cy="75658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635FC0-6EED-4273-8992-C1F0ABC269E7}">
      <dsp:nvSpPr>
        <dsp:cNvPr id="0" name=""/>
        <dsp:cNvSpPr/>
      </dsp:nvSpPr>
      <dsp:spPr>
        <a:xfrm>
          <a:off x="4063487" y="1895023"/>
          <a:ext cx="1821734" cy="866979"/>
        </a:xfrm>
        <a:custGeom>
          <a:avLst/>
          <a:gdLst/>
          <a:ahLst/>
          <a:cxnLst/>
          <a:rect l="0" t="0" r="0" b="0"/>
          <a:pathLst>
            <a:path>
              <a:moveTo>
                <a:pt x="0" y="0"/>
              </a:moveTo>
              <a:lnTo>
                <a:pt x="0" y="590821"/>
              </a:lnTo>
              <a:lnTo>
                <a:pt x="1821734" y="590821"/>
              </a:lnTo>
              <a:lnTo>
                <a:pt x="1821734" y="8669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F0F442-28CF-4099-A39A-5B019FEBABC8}">
      <dsp:nvSpPr>
        <dsp:cNvPr id="0" name=""/>
        <dsp:cNvSpPr/>
      </dsp:nvSpPr>
      <dsp:spPr>
        <a:xfrm>
          <a:off x="2241753" y="1895023"/>
          <a:ext cx="1821734" cy="866979"/>
        </a:xfrm>
        <a:custGeom>
          <a:avLst/>
          <a:gdLst/>
          <a:ahLst/>
          <a:cxnLst/>
          <a:rect l="0" t="0" r="0" b="0"/>
          <a:pathLst>
            <a:path>
              <a:moveTo>
                <a:pt x="1821734" y="0"/>
              </a:moveTo>
              <a:lnTo>
                <a:pt x="1821734" y="590821"/>
              </a:lnTo>
              <a:lnTo>
                <a:pt x="0" y="590821"/>
              </a:lnTo>
              <a:lnTo>
                <a:pt x="0" y="8669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0C8B33-0D42-41FA-8269-889F93620049}">
      <dsp:nvSpPr>
        <dsp:cNvPr id="0" name=""/>
        <dsp:cNvSpPr/>
      </dsp:nvSpPr>
      <dsp:spPr>
        <a:xfrm>
          <a:off x="2572977" y="2076"/>
          <a:ext cx="2981019" cy="18929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E930CB9-37EC-45B4-8E0B-F03841565B28}">
      <dsp:nvSpPr>
        <dsp:cNvPr id="0" name=""/>
        <dsp:cNvSpPr/>
      </dsp:nvSpPr>
      <dsp:spPr>
        <a:xfrm>
          <a:off x="2904202" y="316739"/>
          <a:ext cx="2981019" cy="18929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In Amazon’s 2017 annual report, Bezos wrote, “Building a culture of high standards is well worth the effort, and there are many benefits. Naturally and most obviously you’re going to build better products and services for customers” </a:t>
          </a:r>
        </a:p>
      </dsp:txBody>
      <dsp:txXfrm>
        <a:off x="2959645" y="372182"/>
        <a:ext cx="2870133" cy="1782061"/>
      </dsp:txXfrm>
    </dsp:sp>
    <dsp:sp modelId="{FB485A22-B04F-4258-917F-E690F9A17D00}">
      <dsp:nvSpPr>
        <dsp:cNvPr id="0" name=""/>
        <dsp:cNvSpPr/>
      </dsp:nvSpPr>
      <dsp:spPr>
        <a:xfrm>
          <a:off x="751243" y="2762003"/>
          <a:ext cx="2981019" cy="18929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13D877E-CD4A-440C-ABF3-6F25014E8F23}">
      <dsp:nvSpPr>
        <dsp:cNvPr id="0" name=""/>
        <dsp:cNvSpPr/>
      </dsp:nvSpPr>
      <dsp:spPr>
        <a:xfrm>
          <a:off x="1082467" y="3076667"/>
          <a:ext cx="2981019" cy="18929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1" kern="1200"/>
            <a:t>Is it possible for a company to be as successful as Amazon without having a culture of “high standards”? Why or why not?</a:t>
          </a:r>
          <a:endParaRPr lang="en-US" sz="1300" kern="1200"/>
        </a:p>
      </dsp:txBody>
      <dsp:txXfrm>
        <a:off x="1137910" y="3132110"/>
        <a:ext cx="2870133" cy="1782061"/>
      </dsp:txXfrm>
    </dsp:sp>
    <dsp:sp modelId="{33178336-82CE-4E3D-ACE5-C7AFD037CBB8}">
      <dsp:nvSpPr>
        <dsp:cNvPr id="0" name=""/>
        <dsp:cNvSpPr/>
      </dsp:nvSpPr>
      <dsp:spPr>
        <a:xfrm>
          <a:off x="4394712" y="2762003"/>
          <a:ext cx="2981019" cy="18929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AC7D8CD0-45DD-451B-B06F-495BEA367C3D}">
      <dsp:nvSpPr>
        <dsp:cNvPr id="0" name=""/>
        <dsp:cNvSpPr/>
      </dsp:nvSpPr>
      <dsp:spPr>
        <a:xfrm>
          <a:off x="4725936" y="3076667"/>
          <a:ext cx="2981019" cy="18929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i="1" kern="1200"/>
            <a:t>To what degree do and can employees “self-select” their work environments? How does Bezos’s belief inform Amazon’s reported treatment of its employees?</a:t>
          </a:r>
          <a:endParaRPr lang="en-US" sz="1300" kern="1200"/>
        </a:p>
      </dsp:txBody>
      <dsp:txXfrm>
        <a:off x="4781379" y="3132110"/>
        <a:ext cx="2870133" cy="178206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111C94-DD29-496C-BD38-BA1260FAB544}">
      <dsp:nvSpPr>
        <dsp:cNvPr id="0" name=""/>
        <dsp:cNvSpPr/>
      </dsp:nvSpPr>
      <dsp:spPr>
        <a:xfrm>
          <a:off x="711729" y="261272"/>
          <a:ext cx="562779"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BC4A1B-FAD5-4D1F-8208-1151A88544A7}">
      <dsp:nvSpPr>
        <dsp:cNvPr id="0" name=""/>
        <dsp:cNvSpPr/>
      </dsp:nvSpPr>
      <dsp:spPr>
        <a:xfrm>
          <a:off x="1308275" y="213989"/>
          <a:ext cx="64719" cy="121678"/>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2D89CF-3EA5-4849-84CB-7DE48B1C0C66}">
      <dsp:nvSpPr>
        <dsp:cNvPr id="0" name=""/>
        <dsp:cNvSpPr/>
      </dsp:nvSpPr>
      <dsp:spPr>
        <a:xfrm>
          <a:off x="386184" y="6111"/>
          <a:ext cx="510395" cy="51039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1</a:t>
          </a:r>
        </a:p>
      </dsp:txBody>
      <dsp:txXfrm>
        <a:off x="460930" y="80857"/>
        <a:ext cx="360903" cy="360903"/>
      </dsp:txXfrm>
    </dsp:sp>
    <dsp:sp modelId="{ED57C1CD-007C-477D-8DFF-2D4125046A8F}">
      <dsp:nvSpPr>
        <dsp:cNvPr id="0" name=""/>
        <dsp:cNvSpPr/>
      </dsp:nvSpPr>
      <dsp:spPr>
        <a:xfrm>
          <a:off x="8255" y="682105"/>
          <a:ext cx="1266253"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Describe how environmental forces influence organizations and how organizations can influence their environments. </a:t>
          </a:r>
        </a:p>
      </dsp:txBody>
      <dsp:txXfrm>
        <a:off x="8255" y="935356"/>
        <a:ext cx="1266253" cy="1896623"/>
      </dsp:txXfrm>
    </dsp:sp>
    <dsp:sp modelId="{E90DA991-AC41-4CC4-A16A-04EF39C04F87}">
      <dsp:nvSpPr>
        <dsp:cNvPr id="0" name=""/>
        <dsp:cNvSpPr/>
      </dsp:nvSpPr>
      <dsp:spPr>
        <a:xfrm>
          <a:off x="1415203" y="261272"/>
          <a:ext cx="1266253"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2A8FCD6-46BA-4436-B2A1-F6BE9A8BE45B}">
      <dsp:nvSpPr>
        <dsp:cNvPr id="0" name=""/>
        <dsp:cNvSpPr/>
      </dsp:nvSpPr>
      <dsp:spPr>
        <a:xfrm>
          <a:off x="2715223" y="213988"/>
          <a:ext cx="64719" cy="121678"/>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16CFC5-B00A-44DA-ADB7-39A50DD9EF99}">
      <dsp:nvSpPr>
        <dsp:cNvPr id="0" name=""/>
        <dsp:cNvSpPr/>
      </dsp:nvSpPr>
      <dsp:spPr>
        <a:xfrm>
          <a:off x="1793132" y="6110"/>
          <a:ext cx="510395" cy="51039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2</a:t>
          </a:r>
        </a:p>
      </dsp:txBody>
      <dsp:txXfrm>
        <a:off x="1867878" y="80856"/>
        <a:ext cx="360903" cy="360903"/>
      </dsp:txXfrm>
    </dsp:sp>
    <dsp:sp modelId="{85799892-6683-4553-9BC7-8F7F3BF0C49C}">
      <dsp:nvSpPr>
        <dsp:cNvPr id="0" name=""/>
        <dsp:cNvSpPr/>
      </dsp:nvSpPr>
      <dsp:spPr>
        <a:xfrm>
          <a:off x="1415203" y="682105"/>
          <a:ext cx="1266253"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Distinguish between the macroenvironment and the competitive environment. </a:t>
          </a:r>
        </a:p>
      </dsp:txBody>
      <dsp:txXfrm>
        <a:off x="1415203" y="935356"/>
        <a:ext cx="1266253" cy="1896623"/>
      </dsp:txXfrm>
    </dsp:sp>
    <dsp:sp modelId="{E2E4289A-69FC-4B5C-8BF0-100B37658273}">
      <dsp:nvSpPr>
        <dsp:cNvPr id="0" name=""/>
        <dsp:cNvSpPr/>
      </dsp:nvSpPr>
      <dsp:spPr>
        <a:xfrm>
          <a:off x="2822151" y="261272"/>
          <a:ext cx="1266253" cy="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B5E696-9E54-42D1-878A-EB220BC4C57E}">
      <dsp:nvSpPr>
        <dsp:cNvPr id="0" name=""/>
        <dsp:cNvSpPr/>
      </dsp:nvSpPr>
      <dsp:spPr>
        <a:xfrm>
          <a:off x="4122171" y="213988"/>
          <a:ext cx="64719" cy="121679"/>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0BD701-FD21-4028-BC6F-B3B21612D382}">
      <dsp:nvSpPr>
        <dsp:cNvPr id="0" name=""/>
        <dsp:cNvSpPr/>
      </dsp:nvSpPr>
      <dsp:spPr>
        <a:xfrm>
          <a:off x="3200080" y="6110"/>
          <a:ext cx="510395" cy="51039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3</a:t>
          </a:r>
        </a:p>
      </dsp:txBody>
      <dsp:txXfrm>
        <a:off x="3274826" y="80856"/>
        <a:ext cx="360903" cy="360903"/>
      </dsp:txXfrm>
    </dsp:sp>
    <dsp:sp modelId="{8FFDD307-4E4F-41DA-A620-21CA5BDE83E6}">
      <dsp:nvSpPr>
        <dsp:cNvPr id="0" name=""/>
        <dsp:cNvSpPr/>
      </dsp:nvSpPr>
      <dsp:spPr>
        <a:xfrm>
          <a:off x="2822151" y="682105"/>
          <a:ext cx="1266253"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Identify elements of the competitive environment.</a:t>
          </a:r>
        </a:p>
      </dsp:txBody>
      <dsp:txXfrm>
        <a:off x="2822151" y="935356"/>
        <a:ext cx="1266253" cy="1896623"/>
      </dsp:txXfrm>
    </dsp:sp>
    <dsp:sp modelId="{27816435-C2DC-4227-A5F9-221B667D7D31}">
      <dsp:nvSpPr>
        <dsp:cNvPr id="0" name=""/>
        <dsp:cNvSpPr/>
      </dsp:nvSpPr>
      <dsp:spPr>
        <a:xfrm>
          <a:off x="4229100" y="261272"/>
          <a:ext cx="1266253"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2540905-A405-4CB4-9F99-C3F1863880E7}">
      <dsp:nvSpPr>
        <dsp:cNvPr id="0" name=""/>
        <dsp:cNvSpPr/>
      </dsp:nvSpPr>
      <dsp:spPr>
        <a:xfrm>
          <a:off x="5529119" y="213988"/>
          <a:ext cx="64719" cy="121679"/>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0F0A4D-9F5E-4ED8-9370-7E9FBD2D8A58}">
      <dsp:nvSpPr>
        <dsp:cNvPr id="0" name=""/>
        <dsp:cNvSpPr/>
      </dsp:nvSpPr>
      <dsp:spPr>
        <a:xfrm>
          <a:off x="4607029" y="6110"/>
          <a:ext cx="510395" cy="51039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4</a:t>
          </a:r>
        </a:p>
      </dsp:txBody>
      <dsp:txXfrm>
        <a:off x="4681775" y="80856"/>
        <a:ext cx="360903" cy="360903"/>
      </dsp:txXfrm>
    </dsp:sp>
    <dsp:sp modelId="{890D0E98-812E-452E-83EC-45B2EC307861}">
      <dsp:nvSpPr>
        <dsp:cNvPr id="0" name=""/>
        <dsp:cNvSpPr/>
      </dsp:nvSpPr>
      <dsp:spPr>
        <a:xfrm>
          <a:off x="4229100" y="682105"/>
          <a:ext cx="1266253"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Summarize how organizations respond to environmental uncertainty. </a:t>
          </a:r>
        </a:p>
      </dsp:txBody>
      <dsp:txXfrm>
        <a:off x="4229100" y="935356"/>
        <a:ext cx="1266253" cy="1896623"/>
      </dsp:txXfrm>
    </dsp:sp>
    <dsp:sp modelId="{EAE96BFD-234A-43A5-80BF-2156E58E5989}">
      <dsp:nvSpPr>
        <dsp:cNvPr id="0" name=""/>
        <dsp:cNvSpPr/>
      </dsp:nvSpPr>
      <dsp:spPr>
        <a:xfrm>
          <a:off x="5636048" y="261272"/>
          <a:ext cx="1266253"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320B88-1AD8-4590-954D-050CB4C8134B}">
      <dsp:nvSpPr>
        <dsp:cNvPr id="0" name=""/>
        <dsp:cNvSpPr/>
      </dsp:nvSpPr>
      <dsp:spPr>
        <a:xfrm>
          <a:off x="6936067" y="213988"/>
          <a:ext cx="64719" cy="121679"/>
        </a:xfrm>
        <a:prstGeom prst="chevron">
          <a:avLst>
            <a:gd name="adj" fmla="val 9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8868C5-E1E7-46C8-AAB4-45C082CEC4E2}">
      <dsp:nvSpPr>
        <dsp:cNvPr id="0" name=""/>
        <dsp:cNvSpPr/>
      </dsp:nvSpPr>
      <dsp:spPr>
        <a:xfrm>
          <a:off x="6013977" y="6110"/>
          <a:ext cx="510395" cy="51039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5</a:t>
          </a:r>
        </a:p>
      </dsp:txBody>
      <dsp:txXfrm>
        <a:off x="6088723" y="80856"/>
        <a:ext cx="360903" cy="360903"/>
      </dsp:txXfrm>
    </dsp:sp>
    <dsp:sp modelId="{69FB872B-08B2-4BBA-BBED-1F4251659BFD}">
      <dsp:nvSpPr>
        <dsp:cNvPr id="0" name=""/>
        <dsp:cNvSpPr/>
      </dsp:nvSpPr>
      <dsp:spPr>
        <a:xfrm>
          <a:off x="5636048" y="682105"/>
          <a:ext cx="1266253"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Define elements of an organization’s culture. </a:t>
          </a:r>
        </a:p>
      </dsp:txBody>
      <dsp:txXfrm>
        <a:off x="5636048" y="935356"/>
        <a:ext cx="1266253" cy="1896623"/>
      </dsp:txXfrm>
    </dsp:sp>
    <dsp:sp modelId="{32850915-89A8-4332-B7B1-819EDE8F0CD6}">
      <dsp:nvSpPr>
        <dsp:cNvPr id="0" name=""/>
        <dsp:cNvSpPr/>
      </dsp:nvSpPr>
      <dsp:spPr>
        <a:xfrm>
          <a:off x="7042996" y="261271"/>
          <a:ext cx="633126" cy="7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B7EB5B-1720-4B1C-AD16-0EDAC995394A}">
      <dsp:nvSpPr>
        <dsp:cNvPr id="0" name=""/>
        <dsp:cNvSpPr/>
      </dsp:nvSpPr>
      <dsp:spPr>
        <a:xfrm>
          <a:off x="7420925" y="6110"/>
          <a:ext cx="510395" cy="51039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06" tIns="19806" rIns="19806" bIns="19806" numCol="1" spcCol="1270" anchor="ctr" anchorCtr="0">
          <a:noAutofit/>
        </a:bodyPr>
        <a:lstStyle/>
        <a:p>
          <a:pPr marL="0" lvl="0" indent="0" algn="ctr" defTabSz="889000">
            <a:lnSpc>
              <a:spcPct val="90000"/>
            </a:lnSpc>
            <a:spcBef>
              <a:spcPct val="0"/>
            </a:spcBef>
            <a:spcAft>
              <a:spcPct val="35000"/>
            </a:spcAft>
            <a:buNone/>
          </a:pPr>
          <a:r>
            <a:rPr lang="en-US" sz="2000" kern="1200"/>
            <a:t>6</a:t>
          </a:r>
        </a:p>
      </dsp:txBody>
      <dsp:txXfrm>
        <a:off x="7495671" y="80856"/>
        <a:ext cx="360903" cy="360903"/>
      </dsp:txXfrm>
    </dsp:sp>
    <dsp:sp modelId="{A885DEA1-D738-45A6-9CDD-4CCCFC7AF426}">
      <dsp:nvSpPr>
        <dsp:cNvPr id="0" name=""/>
        <dsp:cNvSpPr/>
      </dsp:nvSpPr>
      <dsp:spPr>
        <a:xfrm>
          <a:off x="7042996" y="682105"/>
          <a:ext cx="1266253" cy="2149874"/>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83" tIns="165100" rIns="99883" bIns="165100" numCol="1" spcCol="1270" anchor="t" anchorCtr="0">
          <a:noAutofit/>
        </a:bodyPr>
        <a:lstStyle/>
        <a:p>
          <a:pPr marL="0" lvl="0" indent="0" algn="l" defTabSz="488950">
            <a:lnSpc>
              <a:spcPct val="90000"/>
            </a:lnSpc>
            <a:spcBef>
              <a:spcPct val="0"/>
            </a:spcBef>
            <a:spcAft>
              <a:spcPct val="35000"/>
            </a:spcAft>
            <a:buNone/>
          </a:pPr>
          <a:r>
            <a:rPr lang="en-US" sz="1100" kern="1200"/>
            <a:t>Discuss how an organization’s culture and climate affects its response to its external environment.</a:t>
          </a:r>
        </a:p>
      </dsp:txBody>
      <dsp:txXfrm>
        <a:off x="7042996" y="935356"/>
        <a:ext cx="1266253" cy="1896623"/>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C15294-8BCE-4B15-84C9-4E8D5074478D}" type="datetimeFigureOut">
              <a:rPr lang="en-US" smtClean="0"/>
              <a:t>4/12/2025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356329-1779-487C-B587-BBABA473AA7C}" type="slidenum">
              <a:rPr lang="en-US" smtClean="0"/>
              <a:t>‹#›</a:t>
            </a:fld>
            <a:endParaRPr lang="en-US"/>
          </a:p>
        </p:txBody>
      </p:sp>
    </p:spTree>
    <p:extLst>
      <p:ext uri="{BB962C8B-B14F-4D97-AF65-F5344CB8AC3E}">
        <p14:creationId xmlns:p14="http://schemas.microsoft.com/office/powerpoint/2010/main" val="1955805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da4df177ddb04ef295bfd7d5425e27f2"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6ebadaf2cdaf4668a72f52ce65b82f61"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47266a46e0c8429c925ef38b56e6db28"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0D6C90F6-6BF9-4708-BB7D-CA22F176AE07}" type="slidenum">
              <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12289" name="Slide Image Placeholder 1"/>
          <p:cNvSpPr>
            <a:spLocks noGrp="1" noRot="1" noChangeAspect="1" noTextEdit="1"/>
          </p:cNvSpPr>
          <p:nvPr>
            <p:ph type="sldImg"/>
          </p:nvPr>
        </p:nvSpPr>
        <p:spPr>
          <a:xfrm>
            <a:off x="992188" y="768350"/>
            <a:ext cx="5114925" cy="3836988"/>
          </a:xfrm>
          <a:ln/>
        </p:spPr>
      </p:sp>
      <p:sp>
        <p:nvSpPr>
          <p:cNvPr id="12290" name="Notes Placeholder 2"/>
          <p:cNvSpPr>
            <a:spLocks noGrp="1"/>
          </p:cNvSpPr>
          <p:nvPr>
            <p:ph type="body" idx="1"/>
          </p:nvPr>
        </p:nvSpPr>
        <p:spPr>
          <a:noFill/>
          <a:ln/>
        </p:spPr>
        <p:txBody>
          <a:bodyPr/>
          <a:lstStyle/>
          <a:p>
            <a:endParaRPr lang="en-US" baseline="0" dirty="0">
              <a:ea typeface="ＭＳ Ｐゴシック"/>
              <a:cs typeface="ＭＳ Ｐゴシック"/>
            </a:endParaRPr>
          </a:p>
        </p:txBody>
      </p:sp>
      <p:sp>
        <p:nvSpPr>
          <p:cNvPr id="12291"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9048" tIns="49524" rIns="99048" bIns="49524" anchor="b"/>
          <a:lstStyle/>
          <a:p>
            <a:pPr marL="0" marR="0" lvl="0" indent="0" algn="r" defTabSz="990600" rtl="0" eaLnBrk="1" fontAlgn="base" latinLnBrk="0" hangingPunct="1">
              <a:lnSpc>
                <a:spcPct val="100000"/>
              </a:lnSpc>
              <a:spcBef>
                <a:spcPct val="0"/>
              </a:spcBef>
              <a:spcAft>
                <a:spcPct val="0"/>
              </a:spcAft>
              <a:buClrTx/>
              <a:buSzTx/>
              <a:buFontTx/>
              <a:buNone/>
              <a:tabLst/>
              <a:defRPr/>
            </a:pPr>
            <a:fld id="{105165CB-49A6-4291-B934-0D35AB6D5249}" type="slidenum">
              <a:rPr kumimoji="0" lang="en-AU" sz="1300" b="0" i="0" u="none" strike="noStrike" kern="1200" cap="none" spc="0" normalizeH="0" baseline="0" noProof="0">
                <a:ln>
                  <a:noFill/>
                </a:ln>
                <a:solidFill>
                  <a:srgbClr val="000000"/>
                </a:solidFill>
                <a:effectLst/>
                <a:uLnTx/>
                <a:uFillTx/>
                <a:latin typeface="Arial" charset="0"/>
                <a:ea typeface="ＭＳ Ｐゴシック"/>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a:endParaRPr>
          </a:p>
        </p:txBody>
      </p:sp>
    </p:spTree>
    <p:extLst>
      <p:ext uri="{BB962C8B-B14F-4D97-AF65-F5344CB8AC3E}">
        <p14:creationId xmlns:p14="http://schemas.microsoft.com/office/powerpoint/2010/main" val="91175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altLang="en-US"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35356329-1779-487C-B587-BBABA473AA7C}" type="slidenum">
              <a:rPr lang="en-US" smtClean="0"/>
              <a:t>2</a:t>
            </a:fld>
            <a:endParaRPr lang="en-US"/>
          </a:p>
        </p:txBody>
      </p:sp>
    </p:spTree>
    <p:extLst>
      <p:ext uri="{BB962C8B-B14F-4D97-AF65-F5344CB8AC3E}">
        <p14:creationId xmlns:p14="http://schemas.microsoft.com/office/powerpoint/2010/main" val="2686971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endParaRPr lang="en-US" sz="1200" dirty="0"/>
          </a:p>
        </p:txBody>
      </p:sp>
      <p:sp>
        <p:nvSpPr>
          <p:cNvPr id="4" name="Slide Number Placeholder 3"/>
          <p:cNvSpPr>
            <a:spLocks noGrp="1"/>
          </p:cNvSpPr>
          <p:nvPr>
            <p:ph type="sldNum" sz="quarter" idx="5"/>
          </p:nvPr>
        </p:nvSpPr>
        <p:spPr/>
        <p:txBody>
          <a:bodyPr/>
          <a:lstStyle/>
          <a:p>
            <a:fld id="{35356329-1779-487C-B587-BBABA473AA7C}" type="slidenum">
              <a:rPr lang="en-US" smtClean="0"/>
              <a:t>3</a:t>
            </a:fld>
            <a:endParaRPr lang="en-US"/>
          </a:p>
        </p:txBody>
      </p:sp>
    </p:spTree>
    <p:extLst>
      <p:ext uri="{BB962C8B-B14F-4D97-AF65-F5344CB8AC3E}">
        <p14:creationId xmlns:p14="http://schemas.microsoft.com/office/powerpoint/2010/main" val="2454625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In this chapter, we discuss in detail factors outside the organizations create the context in which managers and their companies operate – and affect their success and failure.</a:t>
            </a:r>
          </a:p>
          <a:p>
            <a:endParaRPr lang="en-US" sz="1200" dirty="0"/>
          </a:p>
          <a:p>
            <a:r>
              <a:rPr lang="en-US" sz="1200" dirty="0"/>
              <a:t>Organizations are </a:t>
            </a:r>
            <a:r>
              <a:rPr lang="en-US" sz="1200" i="1" dirty="0"/>
              <a:t>open systems</a:t>
            </a:r>
            <a:r>
              <a:rPr lang="en-US" sz="1200" dirty="0"/>
              <a:t>—that is, they are affected by and in turn affect their external environment. For example, from their environment they take in </a:t>
            </a:r>
            <a:r>
              <a:rPr lang="en-US" sz="1200" i="1" dirty="0"/>
              <a:t>inputs</a:t>
            </a:r>
            <a:r>
              <a:rPr lang="en-US" sz="1200" dirty="0"/>
              <a:t> such as human resources and investment capital and transform them into products that are </a:t>
            </a:r>
            <a:r>
              <a:rPr lang="en-US" sz="1200" i="1" dirty="0"/>
              <a:t>outputs</a:t>
            </a:r>
            <a:r>
              <a:rPr lang="en-US" sz="1200" dirty="0"/>
              <a:t> to their environment.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Organizations take inputs from the external environment and return outputs, as shown in </a:t>
            </a:r>
            <a:r>
              <a:rPr lang="en-US" b="1" u="none" dirty="0">
                <a:solidFill>
                  <a:schemeClr val="tx1"/>
                </a:solidFill>
              </a:rPr>
              <a:t>Exhibit 2.1. </a:t>
            </a:r>
            <a:r>
              <a:rPr lang="en-US" dirty="0"/>
              <a:t>But when we use the term </a:t>
            </a:r>
            <a:r>
              <a:rPr lang="en-US" i="1" dirty="0"/>
              <a:t>external environment</a:t>
            </a:r>
            <a:r>
              <a:rPr lang="en-US" dirty="0"/>
              <a:t> here, we mean more than an organization’s clients or customers; the external environment includes </a:t>
            </a:r>
            <a:r>
              <a:rPr lang="en-US" i="1" dirty="0"/>
              <a:t>all</a:t>
            </a:r>
            <a:r>
              <a:rPr lang="en-US" dirty="0"/>
              <a:t> relevant forces outside the organization’s boundaries.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4</a:t>
            </a:fld>
            <a:endParaRPr lang="en-US"/>
          </a:p>
        </p:txBody>
      </p:sp>
    </p:spTree>
    <p:extLst>
      <p:ext uri="{BB962C8B-B14F-4D97-AF65-F5344CB8AC3E}">
        <p14:creationId xmlns:p14="http://schemas.microsoft.com/office/powerpoint/2010/main" val="3950295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organization exists in its </a:t>
            </a:r>
            <a:r>
              <a:rPr lang="en-US" i="1" dirty="0"/>
              <a:t>competitive environment,</a:t>
            </a:r>
            <a:r>
              <a:rPr lang="en-US" dirty="0"/>
              <a:t> which is composed of the firm and its rivals, suppliers, buyers (customers), new entrants, and substitute or complementary products. More generally, the </a:t>
            </a:r>
            <a:r>
              <a:rPr lang="en-US" i="1" dirty="0"/>
              <a:t>macroenvironment </a:t>
            </a:r>
            <a:r>
              <a:rPr lang="en-US" i="0" dirty="0"/>
              <a:t>affects all organizations and includes economic, technological, legal and political, demographic, social, and natural environment factors.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Exhibit 2.2 </a:t>
            </a:r>
            <a:r>
              <a:rPr lang="en-US" dirty="0"/>
              <a:t>shows the external and internal environments of a business organization. The organization exists in its </a:t>
            </a:r>
            <a:r>
              <a:rPr lang="en-US" i="1" dirty="0"/>
              <a:t>competitive environment,</a:t>
            </a:r>
            <a:r>
              <a:rPr lang="en-US" dirty="0"/>
              <a:t> which is composed of the firm and its rivals, suppliers, customers (buyers), new entrants, and substitute or complementary products. At the most general level is the </a:t>
            </a:r>
            <a:r>
              <a:rPr lang="en-US" i="1" dirty="0"/>
              <a:t>macroenvironment,</a:t>
            </a:r>
            <a:r>
              <a:rPr lang="en-US" dirty="0"/>
              <a:t> which includes legal, political, economic, technological, demographic, and social and natural factors that generally affect all organizations.</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5</a:t>
            </a:fld>
            <a:endParaRPr lang="en-US"/>
          </a:p>
        </p:txBody>
      </p:sp>
    </p:spTree>
    <p:extLst>
      <p:ext uri="{BB962C8B-B14F-4D97-AF65-F5344CB8AC3E}">
        <p14:creationId xmlns:p14="http://schemas.microsoft.com/office/powerpoint/2010/main" val="3309571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economic environment affects managers’ ability to function effectively and influences their strategic choices. Interest and inflation rates affect the availability and cost of capital, growth opportunities, prices, costs, and consumer demand for products. </a:t>
            </a:r>
          </a:p>
          <a:p>
            <a:endParaRPr lang="en-US" dirty="0"/>
          </a:p>
          <a:p>
            <a:r>
              <a:rPr lang="en-US" dirty="0"/>
              <a:t>Stock markets are a vital influence. In publicly held companies, managers throughout the organization feel required to meet Wall Street’s earnings expectations. Such external pressures usually have a positive effect—they help make many firms more efficient and profitable. But failure to meet those expectations can cause a company’s stock price to drop, making it more difficult for the firm to raise additional capital for investment. </a:t>
            </a:r>
          </a:p>
        </p:txBody>
      </p:sp>
      <p:sp>
        <p:nvSpPr>
          <p:cNvPr id="4" name="Slide Number Placeholder 3"/>
          <p:cNvSpPr>
            <a:spLocks noGrp="1"/>
          </p:cNvSpPr>
          <p:nvPr>
            <p:ph type="sldNum" sz="quarter" idx="5"/>
          </p:nvPr>
        </p:nvSpPr>
        <p:spPr/>
        <p:txBody>
          <a:bodyPr/>
          <a:lstStyle/>
          <a:p>
            <a:fld id="{35356329-1779-487C-B587-BBABA473AA7C}" type="slidenum">
              <a:rPr lang="en-US" smtClean="0"/>
              <a:t>6</a:t>
            </a:fld>
            <a:endParaRPr lang="en-US"/>
          </a:p>
        </p:txBody>
      </p:sp>
    </p:spTree>
    <p:extLst>
      <p:ext uri="{BB962C8B-B14F-4D97-AF65-F5344CB8AC3E}">
        <p14:creationId xmlns:p14="http://schemas.microsoft.com/office/powerpoint/2010/main" val="1358550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Today a company cannot succeed without incorporating into its strategy the astonishing technologies that continually evolve. Technological advances create new products, advanced production techniques, and better ways of managing and communicating. In addition, as technology evolves, new industries, markets, and competitive niches develop.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7</a:t>
            </a:fld>
            <a:endParaRPr lang="en-US"/>
          </a:p>
        </p:txBody>
      </p:sp>
    </p:spTree>
    <p:extLst>
      <p:ext uri="{BB962C8B-B14F-4D97-AF65-F5344CB8AC3E}">
        <p14:creationId xmlns:p14="http://schemas.microsoft.com/office/powerpoint/2010/main" val="2190348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Government policies impose strategic constraints on organizations but may also provide opportunities through tax laws, economic policies, and international trade rulings. </a:t>
            </a:r>
          </a:p>
        </p:txBody>
      </p:sp>
      <p:sp>
        <p:nvSpPr>
          <p:cNvPr id="4" name="Slide Number Placeholder 3"/>
          <p:cNvSpPr>
            <a:spLocks noGrp="1"/>
          </p:cNvSpPr>
          <p:nvPr>
            <p:ph type="sldNum" sz="quarter" idx="5"/>
          </p:nvPr>
        </p:nvSpPr>
        <p:spPr/>
        <p:txBody>
          <a:bodyPr/>
          <a:lstStyle/>
          <a:p>
            <a:fld id="{35356329-1779-487C-B587-BBABA473AA7C}" type="slidenum">
              <a:rPr lang="en-US" smtClean="0"/>
              <a:t>8</a:t>
            </a:fld>
            <a:endParaRPr lang="en-US"/>
          </a:p>
        </p:txBody>
      </p:sp>
    </p:spTree>
    <p:extLst>
      <p:ext uri="{BB962C8B-B14F-4D97-AF65-F5344CB8AC3E}">
        <p14:creationId xmlns:p14="http://schemas.microsoft.com/office/powerpoint/2010/main" val="594969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Proactive managers consider workforce demographics in formulating their human resource strategies. Population changes influence the size and composition of the labor force. For example, the numbers of young workers will decline while the fastest-growing age group will be workers who are 55 and older, who are expected to represent over one-fourth of the labor force in 2026. </a:t>
            </a:r>
          </a:p>
        </p:txBody>
      </p:sp>
      <p:sp>
        <p:nvSpPr>
          <p:cNvPr id="4" name="Slide Number Placeholder 3"/>
          <p:cNvSpPr>
            <a:spLocks noGrp="1"/>
          </p:cNvSpPr>
          <p:nvPr>
            <p:ph type="sldNum" sz="quarter" idx="5"/>
          </p:nvPr>
        </p:nvSpPr>
        <p:spPr/>
        <p:txBody>
          <a:bodyPr/>
          <a:lstStyle/>
          <a:p>
            <a:fld id="{35356329-1779-487C-B587-BBABA473AA7C}" type="slidenum">
              <a:rPr lang="en-US" smtClean="0"/>
              <a:t>9</a:t>
            </a:fld>
            <a:endParaRPr lang="en-US"/>
          </a:p>
        </p:txBody>
      </p:sp>
    </p:spTree>
    <p:extLst>
      <p:ext uri="{BB962C8B-B14F-4D97-AF65-F5344CB8AC3E}">
        <p14:creationId xmlns:p14="http://schemas.microsoft.com/office/powerpoint/2010/main" val="2865026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Striking the right balance between using natural resources in a constructive rather than destructive way is an ongoing challenge for all organizations. </a:t>
            </a:r>
          </a:p>
        </p:txBody>
      </p:sp>
      <p:sp>
        <p:nvSpPr>
          <p:cNvPr id="4" name="Slide Number Placeholder 3"/>
          <p:cNvSpPr>
            <a:spLocks noGrp="1"/>
          </p:cNvSpPr>
          <p:nvPr>
            <p:ph type="sldNum" sz="quarter" idx="5"/>
          </p:nvPr>
        </p:nvSpPr>
        <p:spPr/>
        <p:txBody>
          <a:bodyPr/>
          <a:lstStyle/>
          <a:p>
            <a:fld id="{35356329-1779-487C-B587-BBABA473AA7C}" type="slidenum">
              <a:rPr lang="en-US" smtClean="0"/>
              <a:t>10</a:t>
            </a:fld>
            <a:endParaRPr lang="en-US"/>
          </a:p>
        </p:txBody>
      </p:sp>
    </p:spTree>
    <p:extLst>
      <p:ext uri="{BB962C8B-B14F-4D97-AF65-F5344CB8AC3E}">
        <p14:creationId xmlns:p14="http://schemas.microsoft.com/office/powerpoint/2010/main" val="1377117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dirty="0">
                <a:effectLst/>
                <a:latin typeface="Times New Roman"/>
                <a:ea typeface="Times New Roman"/>
              </a:rPr>
              <a:t>Some who worry about climate change think it’s up to politicians to enact solutions. But many businesses are taking initiative to combat this growing challenge. Conventional wisdom is shifting from seeing green initiatives as job killers to job creators. Firms are reexamining everything from their traditional supply chains to the types of energy they consume to their materials they use to make products. </a:t>
            </a:r>
            <a:br>
              <a:rPr lang="en-US" sz="1200" dirty="0">
                <a:effectLst/>
                <a:latin typeface="Times New Roman"/>
                <a:ea typeface="Times New Roman"/>
              </a:rPr>
            </a:br>
            <a:endParaRPr lang="en-US" sz="1200" dirty="0">
              <a:effectLst/>
              <a:latin typeface="Times New Roman"/>
              <a:ea typeface="Times New Roman"/>
            </a:endParaRPr>
          </a:p>
          <a:p>
            <a:pPr marL="0" marR="0">
              <a:spcBef>
                <a:spcPts val="0"/>
              </a:spcBef>
              <a:spcAft>
                <a:spcPts val="0"/>
              </a:spcAft>
            </a:pPr>
            <a:r>
              <a:rPr lang="en-US" sz="1200" dirty="0">
                <a:effectLst/>
                <a:latin typeface="Times New Roman"/>
                <a:ea typeface="Times New Roman"/>
              </a:rPr>
              <a:t>Students’ responses to these questions will vary, and provide an interesting discussion.</a:t>
            </a:r>
          </a:p>
        </p:txBody>
      </p:sp>
      <p:sp>
        <p:nvSpPr>
          <p:cNvPr id="4" name="Slide Number Placeholder 3"/>
          <p:cNvSpPr>
            <a:spLocks noGrp="1"/>
          </p:cNvSpPr>
          <p:nvPr>
            <p:ph type="sldNum" sz="quarter" idx="5"/>
          </p:nvPr>
        </p:nvSpPr>
        <p:spPr/>
        <p:txBody>
          <a:bodyPr/>
          <a:lstStyle/>
          <a:p>
            <a:fld id="{35356329-1779-487C-B587-BBABA473AA7C}" type="slidenum">
              <a:rPr lang="en-US" smtClean="0"/>
              <a:t>11</a:t>
            </a:fld>
            <a:endParaRPr lang="en-US"/>
          </a:p>
        </p:txBody>
      </p:sp>
    </p:spTree>
    <p:extLst>
      <p:ext uri="{BB962C8B-B14F-4D97-AF65-F5344CB8AC3E}">
        <p14:creationId xmlns:p14="http://schemas.microsoft.com/office/powerpoint/2010/main" val="4213809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pPr eaLnBrk="1" hangingPunct="1">
              <a:spcBef>
                <a:spcPct val="0"/>
              </a:spcBef>
            </a:pPr>
            <a:r>
              <a:rPr lang="en-US" dirty="0"/>
              <a:t>As shown in </a:t>
            </a:r>
            <a:r>
              <a:rPr lang="en-US" b="1" dirty="0"/>
              <a:t>Exhibit 2.4, </a:t>
            </a:r>
            <a:r>
              <a:rPr lang="en-US" dirty="0"/>
              <a:t>the competitive environment includes rivalries among current competitors and the impact of new entrants, substitute and complementary products, suppliers, and customers. This model originally was developed by Michael Porter, a Harvard professor and a noted authority on strategic management. In making strategic decisions, Porter’s model is an excellent method to help managers analyze the competitive environment and adapt to or influence the nature of their competition. </a:t>
            </a:r>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12</a:t>
            </a:fld>
            <a:endParaRPr lang="en-US" dirty="0"/>
          </a:p>
        </p:txBody>
      </p:sp>
    </p:spTree>
    <p:extLst>
      <p:ext uri="{BB962C8B-B14F-4D97-AF65-F5344CB8AC3E}">
        <p14:creationId xmlns:p14="http://schemas.microsoft.com/office/powerpoint/2010/main" val="1180822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Competitors within an industry must consider one another when making strategic decisions. When organizations compete for the same customers and try to win market share at the others’ expense, all must react to and anticipate their competitors’ actions.</a:t>
            </a:r>
          </a:p>
        </p:txBody>
      </p:sp>
      <p:sp>
        <p:nvSpPr>
          <p:cNvPr id="4" name="Slide Number Placeholder 3"/>
          <p:cNvSpPr>
            <a:spLocks noGrp="1"/>
          </p:cNvSpPr>
          <p:nvPr>
            <p:ph type="sldNum" sz="quarter" idx="5"/>
          </p:nvPr>
        </p:nvSpPr>
        <p:spPr/>
        <p:txBody>
          <a:bodyPr/>
          <a:lstStyle/>
          <a:p>
            <a:fld id="{35356329-1779-487C-B587-BBABA473AA7C}" type="slidenum">
              <a:rPr lang="en-US" smtClean="0"/>
              <a:t>13</a:t>
            </a:fld>
            <a:endParaRPr lang="en-US"/>
          </a:p>
        </p:txBody>
      </p:sp>
    </p:spTree>
    <p:extLst>
      <p:ext uri="{BB962C8B-B14F-4D97-AF65-F5344CB8AC3E}">
        <p14:creationId xmlns:p14="http://schemas.microsoft.com/office/powerpoint/2010/main" val="26456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Barriers sometimes prevent new companies from entering an industry. Major barriers to entry are government policy, capital requirements, brand identification, cost disadvantages, and well-established distribution channels. </a:t>
            </a:r>
          </a:p>
        </p:txBody>
      </p:sp>
      <p:sp>
        <p:nvSpPr>
          <p:cNvPr id="4" name="Slide Number Placeholder 3"/>
          <p:cNvSpPr>
            <a:spLocks noGrp="1"/>
          </p:cNvSpPr>
          <p:nvPr>
            <p:ph type="sldNum" sz="quarter" idx="5"/>
          </p:nvPr>
        </p:nvSpPr>
        <p:spPr/>
        <p:txBody>
          <a:bodyPr/>
          <a:lstStyle/>
          <a:p>
            <a:fld id="{35356329-1779-487C-B587-BBABA473AA7C}" type="slidenum">
              <a:rPr lang="en-US" smtClean="0"/>
              <a:t>14</a:t>
            </a:fld>
            <a:endParaRPr lang="en-US"/>
          </a:p>
        </p:txBody>
      </p:sp>
    </p:spTree>
    <p:extLst>
      <p:ext uri="{BB962C8B-B14F-4D97-AF65-F5344CB8AC3E}">
        <p14:creationId xmlns:p14="http://schemas.microsoft.com/office/powerpoint/2010/main" val="2220717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Besides products that compete directly, other products can affect a company’s performance by being substitutes for or complements of the company’s offerings. A </a:t>
            </a:r>
            <a:r>
              <a:rPr lang="en-US" i="1" dirty="0"/>
              <a:t>substitute</a:t>
            </a:r>
            <a:r>
              <a:rPr lang="en-US" dirty="0"/>
              <a:t> is a treat because customers can use it as an alternative, buying less of one kind of product but more of another. A </a:t>
            </a:r>
            <a:r>
              <a:rPr lang="en-US" i="1" dirty="0"/>
              <a:t>complement</a:t>
            </a:r>
            <a:r>
              <a:rPr lang="en-US" dirty="0"/>
              <a:t> is a potential opportunity because customers buy more of a given product if they also demand more of the complementary product.</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15</a:t>
            </a:fld>
            <a:endParaRPr lang="en-US"/>
          </a:p>
        </p:txBody>
      </p:sp>
    </p:spTree>
    <p:extLst>
      <p:ext uri="{BB962C8B-B14F-4D97-AF65-F5344CB8AC3E}">
        <p14:creationId xmlns:p14="http://schemas.microsoft.com/office/powerpoint/2010/main" val="1270793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Exhibit 2.5 </a:t>
            </a:r>
            <a:r>
              <a:rPr lang="en-US" dirty="0"/>
              <a:t>lists products and their potential substitutes and complements.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16</a:t>
            </a:fld>
            <a:endParaRPr lang="en-US"/>
          </a:p>
        </p:txBody>
      </p:sp>
    </p:spTree>
    <p:extLst>
      <p:ext uri="{BB962C8B-B14F-4D97-AF65-F5344CB8AC3E}">
        <p14:creationId xmlns:p14="http://schemas.microsoft.com/office/powerpoint/2010/main" val="1733414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Organizations are at a disadvantage if they become overly dependent on a single powerful supplier. A supplier is powerful if the buyer has few other sources of supply or if the supplier has many other buyers. Dependence also results from high </a:t>
            </a:r>
            <a:r>
              <a:rPr lang="en-US" b="1" i="1" dirty="0"/>
              <a:t>switching costs</a:t>
            </a:r>
            <a:r>
              <a:rPr lang="en-US" dirty="0"/>
              <a:t>—the fixed costs buyers face if they change suppliers. For example, once a buyer learns how to operate a supplier’s equipment, such as a data analytics application, the buyer faces both economic and psychological costs in changing to a new supplier. </a:t>
            </a:r>
          </a:p>
          <a:p>
            <a:pPr eaLnBrk="1" hangingPunct="1">
              <a:spcBef>
                <a:spcPct val="0"/>
              </a:spcBef>
            </a:pPr>
            <a:endParaRPr lang="en-US" dirty="0"/>
          </a:p>
          <a:p>
            <a:pPr eaLnBrk="1" hangingPunct="1">
              <a:spcBef>
                <a:spcPct val="0"/>
              </a:spcBef>
            </a:pPr>
            <a:r>
              <a:rPr lang="en-US" dirty="0"/>
              <a:t>Supply chain management is a vital contributor to a company’s competitiveness and profitability. By </a:t>
            </a:r>
            <a:r>
              <a:rPr lang="en-US" b="1" i="1" dirty="0"/>
              <a:t>supply chain management,</a:t>
            </a:r>
            <a:r>
              <a:rPr lang="en-US" dirty="0"/>
              <a:t> also known as the extended enterprise, we mean the managing of the entire network of facilities and people that obtain raw materials from outside the organization, transform them into products, and distribute them to customers. Supply chains should be not only </a:t>
            </a:r>
            <a:r>
              <a:rPr lang="en-US" i="1" dirty="0"/>
              <a:t>cost-efficient</a:t>
            </a:r>
            <a:r>
              <a:rPr lang="en-US" dirty="0"/>
              <a:t> but also </a:t>
            </a:r>
            <a:r>
              <a:rPr lang="en-US" i="1" dirty="0"/>
              <a:t>flexible</a:t>
            </a:r>
            <a:r>
              <a:rPr lang="en-US" dirty="0"/>
              <a:t>, so that the organization can quickly respond to changes in demand.</a:t>
            </a:r>
          </a:p>
        </p:txBody>
      </p:sp>
      <p:sp>
        <p:nvSpPr>
          <p:cNvPr id="4" name="Slide Number Placeholder 3"/>
          <p:cNvSpPr>
            <a:spLocks noGrp="1"/>
          </p:cNvSpPr>
          <p:nvPr>
            <p:ph type="sldNum" sz="quarter" idx="5"/>
          </p:nvPr>
        </p:nvSpPr>
        <p:spPr/>
        <p:txBody>
          <a:bodyPr/>
          <a:lstStyle/>
          <a:p>
            <a:fld id="{35356329-1779-487C-B587-BBABA473AA7C}" type="slidenum">
              <a:rPr lang="en-US" smtClean="0"/>
              <a:t>17</a:t>
            </a:fld>
            <a:endParaRPr lang="en-US"/>
          </a:p>
        </p:txBody>
      </p:sp>
    </p:spTree>
    <p:extLst>
      <p:ext uri="{BB962C8B-B14F-4D97-AF65-F5344CB8AC3E}">
        <p14:creationId xmlns:p14="http://schemas.microsoft.com/office/powerpoint/2010/main" val="1616003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suppliers, customers are important to organizations for reasons other than the money they pay for goods and services.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Intermediate customers make more purchases than final consumers do.</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18</a:t>
            </a:fld>
            <a:endParaRPr lang="en-US"/>
          </a:p>
        </p:txBody>
      </p:sp>
    </p:spTree>
    <p:extLst>
      <p:ext uri="{BB962C8B-B14F-4D97-AF65-F5344CB8AC3E}">
        <p14:creationId xmlns:p14="http://schemas.microsoft.com/office/powerpoint/2010/main" val="2447198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suppliers, customers are important to organizations for reasons other than the money they pay for goods and services. Customers can demand lower prices, higher quality, unique product specifications, or better service. They also can play competitors against one another, as occurs when a car buyer (or a purchasing agent) collects different offers and negotiates for the best price. </a:t>
            </a:r>
          </a:p>
          <a:p>
            <a:endParaRPr lang="en-US" dirty="0">
              <a:hlinkClick r:id="rId3" action="ppaction://hlinkfile"/>
            </a:endParaRPr>
          </a:p>
          <a:p>
            <a:r>
              <a:rPr lang="en-US" b="1" dirty="0"/>
              <a:t>Exhibit 2.6 </a:t>
            </a:r>
            <a:r>
              <a:rPr lang="en-US" dirty="0"/>
              <a:t>shows several actions and attitudes that contribute to excellent customer service.</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19</a:t>
            </a:fld>
            <a:endParaRPr lang="en-US"/>
          </a:p>
        </p:txBody>
      </p:sp>
    </p:spTree>
    <p:extLst>
      <p:ext uri="{BB962C8B-B14F-4D97-AF65-F5344CB8AC3E}">
        <p14:creationId xmlns:p14="http://schemas.microsoft.com/office/powerpoint/2010/main" val="3093083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Information about the environment is not always readily available. In other words, managers often operate under conditions of uncertainty. </a:t>
            </a:r>
            <a:r>
              <a:rPr lang="en-US" b="0" i="1" dirty="0"/>
              <a:t>Environmental uncertainty</a:t>
            </a:r>
            <a:r>
              <a:rPr lang="en-US" b="0" dirty="0"/>
              <a:t> </a:t>
            </a:r>
            <a:r>
              <a:rPr lang="en-US" dirty="0"/>
              <a:t>means that managers do not have enough information about the environment to understand it or predict the future. Uncertainty arises from two related factors: complexity and dynamism. Environmental </a:t>
            </a:r>
            <a:r>
              <a:rPr lang="en-US" i="1" dirty="0"/>
              <a:t>complexity</a:t>
            </a:r>
            <a:r>
              <a:rPr lang="en-US" dirty="0"/>
              <a:t> refers to the number of issues to which a manager must attend as well as their interconnectedness. For example, industries that have many firms that compete in vastly different ways tend to be more complex—and uncertain—than industries with only a few key competitors. </a:t>
            </a:r>
          </a:p>
          <a:p>
            <a:pPr eaLnBrk="1" hangingPunct="1">
              <a:spcBef>
                <a:spcPct val="0"/>
              </a:spcBef>
            </a:pPr>
            <a:endParaRPr lang="en-US" dirty="0"/>
          </a:p>
          <a:p>
            <a:pPr eaLnBrk="1" hangingPunct="1">
              <a:spcBef>
                <a:spcPct val="0"/>
              </a:spcBef>
            </a:pPr>
            <a:r>
              <a:rPr lang="en-US" dirty="0"/>
              <a:t>Environmental </a:t>
            </a:r>
            <a:r>
              <a:rPr lang="en-US" i="1" dirty="0"/>
              <a:t>dynamism</a:t>
            </a:r>
            <a:r>
              <a:rPr lang="en-US" dirty="0"/>
              <a:t> refers to the degree of discontinuous change that occurs within the industry. High-growth industries with products and technologies that change rapidly tend to be more uncertain than stable industries where changes are less dramatic and more predictable.</a:t>
            </a:r>
          </a:p>
          <a:p>
            <a:pPr eaLnBrk="1" hangingPunct="1">
              <a:spcBef>
                <a:spcPct val="0"/>
              </a:spcBef>
            </a:pP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20</a:t>
            </a:fld>
            <a:endParaRPr lang="en-US"/>
          </a:p>
        </p:txBody>
      </p:sp>
    </p:spTree>
    <p:extLst>
      <p:ext uri="{BB962C8B-B14F-4D97-AF65-F5344CB8AC3E}">
        <p14:creationId xmlns:p14="http://schemas.microsoft.com/office/powerpoint/2010/main" val="38078288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Perhaps the first step in coping with uncertainty in the environment is identifying what might be important. Frequently, organizations and individuals act out of ignorance, only to regret those actions in the future. </a:t>
            </a:r>
          </a:p>
          <a:p>
            <a:endParaRPr lang="en-US" b="1" i="1" dirty="0"/>
          </a:p>
          <a:p>
            <a:r>
              <a:rPr lang="en-US" b="0" i="1" dirty="0"/>
              <a:t>Environmental scanning</a:t>
            </a:r>
            <a:r>
              <a:rPr lang="en-US" b="0" dirty="0"/>
              <a:t> </a:t>
            </a:r>
            <a:r>
              <a:rPr lang="en-US" dirty="0"/>
              <a:t>means both searching for useful information and interpreting what is important and what is not. Porter’s competitive analysis, discussed earlier, can guide environmental scanning and help managers evaluate the potential of different environments.</a:t>
            </a:r>
          </a:p>
        </p:txBody>
      </p:sp>
      <p:sp>
        <p:nvSpPr>
          <p:cNvPr id="4" name="Slide Number Placeholder 3"/>
          <p:cNvSpPr>
            <a:spLocks noGrp="1"/>
          </p:cNvSpPr>
          <p:nvPr>
            <p:ph type="sldNum" sz="quarter" idx="5"/>
          </p:nvPr>
        </p:nvSpPr>
        <p:spPr/>
        <p:txBody>
          <a:bodyPr/>
          <a:lstStyle/>
          <a:p>
            <a:fld id="{35356329-1779-487C-B587-BBABA473AA7C}" type="slidenum">
              <a:rPr lang="en-US" smtClean="0"/>
              <a:t>21</a:t>
            </a:fld>
            <a:endParaRPr lang="en-US"/>
          </a:p>
        </p:txBody>
      </p:sp>
    </p:spTree>
    <p:extLst>
      <p:ext uri="{BB962C8B-B14F-4D97-AF65-F5344CB8AC3E}">
        <p14:creationId xmlns:p14="http://schemas.microsoft.com/office/powerpoint/2010/main" val="20557702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Exhibit 2.7 compares the five environmental factors with columns for attractive and unattractive attributes of each.</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22</a:t>
            </a:fld>
            <a:endParaRPr lang="en-US"/>
          </a:p>
        </p:txBody>
      </p:sp>
    </p:spTree>
    <p:extLst>
      <p:ext uri="{BB962C8B-B14F-4D97-AF65-F5344CB8AC3E}">
        <p14:creationId xmlns:p14="http://schemas.microsoft.com/office/powerpoint/2010/main" val="3329566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 managers attempt to determine the effect of environmental forces on their organizations, they frequently develop </a:t>
            </a:r>
            <a:r>
              <a:rPr lang="en-US" b="0" i="1" dirty="0"/>
              <a:t>scenarios</a:t>
            </a:r>
            <a:r>
              <a:rPr lang="en-US" b="0" dirty="0"/>
              <a:t> of the future. Scenarios combine different factors into alternative combinations that offer pictures of future environments and the firm itself. Whereas environmental scanning is used to identify important factors, and scenario development is used to develop alternative pictures of the future, </a:t>
            </a:r>
            <a:r>
              <a:rPr lang="en-US" b="0" i="1" dirty="0"/>
              <a:t>forecasting</a:t>
            </a:r>
            <a:r>
              <a:rPr lang="en-US" b="0" dirty="0"/>
              <a:t> is </a:t>
            </a:r>
            <a:r>
              <a:rPr lang="en-US" dirty="0"/>
              <a:t>used to predict exactly how variables will change in the future. For example, in making capital investments, firms may try to forecast how interest rates will change.</a:t>
            </a:r>
          </a:p>
        </p:txBody>
      </p:sp>
      <p:sp>
        <p:nvSpPr>
          <p:cNvPr id="4" name="Slide Number Placeholder 3"/>
          <p:cNvSpPr>
            <a:spLocks noGrp="1"/>
          </p:cNvSpPr>
          <p:nvPr>
            <p:ph type="sldNum" sz="quarter" idx="5"/>
          </p:nvPr>
        </p:nvSpPr>
        <p:spPr/>
        <p:txBody>
          <a:bodyPr/>
          <a:lstStyle/>
          <a:p>
            <a:fld id="{35356329-1779-487C-B587-BBABA473AA7C}" type="slidenum">
              <a:rPr lang="en-US" smtClean="0"/>
              <a:t>23</a:t>
            </a:fld>
            <a:endParaRPr lang="en-US"/>
          </a:p>
        </p:txBody>
      </p:sp>
    </p:spTree>
    <p:extLst>
      <p:ext uri="{BB962C8B-B14F-4D97-AF65-F5344CB8AC3E}">
        <p14:creationId xmlns:p14="http://schemas.microsoft.com/office/powerpoint/2010/main" val="2432943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Benchmarking means identifying the best-in-class performance by one or more companies in a given area, say, product development or customer service, and then comparing your processes to theirs. To accomplish this, a benchmarking team would collect information on its own company’s operations and those of others to determine differences. These gaps serve as a point of entry to learn the underlying causes of performance differences.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24</a:t>
            </a:fld>
            <a:endParaRPr lang="en-US"/>
          </a:p>
        </p:txBody>
      </p:sp>
    </p:spTree>
    <p:extLst>
      <p:ext uri="{BB962C8B-B14F-4D97-AF65-F5344CB8AC3E}">
        <p14:creationId xmlns:p14="http://schemas.microsoft.com/office/powerpoint/2010/main" val="24191454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It is essential to manage the external environment effectively. Organizations need not be stuck within some given environment; they have options for defining where they operate. We refer to this as </a:t>
            </a:r>
            <a:r>
              <a:rPr lang="en-US" i="1" dirty="0"/>
              <a:t>strategic maneuvering.</a:t>
            </a:r>
            <a:r>
              <a:rPr lang="en-US" dirty="0"/>
              <a:t> Firms can maneuver around potential threats and capitalize on arising opportunities. Managers can use several strategic maneuvers, including domain selection, diversification, merger and acquisition, and divestiture.</a:t>
            </a:r>
          </a:p>
          <a:p>
            <a:pPr eaLnBrk="1" hangingPunct="1">
              <a:spcBef>
                <a:spcPct val="0"/>
              </a:spcBef>
            </a:pPr>
            <a:endParaRPr lang="en-US" dirty="0"/>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A merger or acquisition takes place when two or more firms combine, or one firm buys another, to form a single company. Combining operations can create cost efficiencies and give companies relatively quick access to an entirely different industry or a specific new customer base, product, or technology. Divestiture occurs when a company sells one or more businesses. </a:t>
            </a:r>
          </a:p>
          <a:p>
            <a:pPr eaLnBrk="1" hangingPunct="1">
              <a:spcBef>
                <a:spcPct val="0"/>
              </a:spcBef>
            </a:pPr>
            <a:endParaRPr lang="en-US" dirty="0"/>
          </a:p>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Some companies, called </a:t>
            </a:r>
            <a:r>
              <a:rPr lang="en-US" i="1" dirty="0"/>
              <a:t>defenders, </a:t>
            </a:r>
            <a:r>
              <a:rPr lang="en-US" dirty="0"/>
              <a:t>stay within a limited, stable product domain. In contrast, </a:t>
            </a:r>
            <a:r>
              <a:rPr lang="en-US" i="1" dirty="0"/>
              <a:t>prospectors,</a:t>
            </a:r>
            <a:r>
              <a:rPr lang="en-US" dirty="0"/>
              <a:t> are more likely to engage in strategic maneuvering. Aggressive companies continuously change the boundaries of their competitive environments by seeking new products and markets, diversifying, and merging or acquiring new enterprises. In these and other ways, corporations put their competitors on the defensive and force them to react. </a:t>
            </a:r>
            <a:endParaRPr lang="en-US" i="1" dirty="0"/>
          </a:p>
          <a:p>
            <a:pPr eaLnBrk="1" hangingPunct="1">
              <a:spcBef>
                <a:spcPct val="0"/>
              </a:spcBef>
            </a:pPr>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25</a:t>
            </a:fld>
            <a:endParaRPr lang="en-US"/>
          </a:p>
        </p:txBody>
      </p:sp>
    </p:spTree>
    <p:extLst>
      <p:ext uri="{BB962C8B-B14F-4D97-AF65-F5344CB8AC3E}">
        <p14:creationId xmlns:p14="http://schemas.microsoft.com/office/powerpoint/2010/main" val="37604096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selecting a new environment, managers can act to change certain features of their current environment. Two general types of proactive responses are independent action and cooperative action.</a:t>
            </a:r>
          </a:p>
          <a:p>
            <a:endParaRPr lang="en-US" dirty="0"/>
          </a:p>
          <a:p>
            <a:r>
              <a:rPr lang="en-US" dirty="0"/>
              <a:t>A company uses </a:t>
            </a:r>
            <a:r>
              <a:rPr lang="en-US" i="1" dirty="0"/>
              <a:t>independent strategies</a:t>
            </a:r>
            <a:r>
              <a:rPr lang="en-US" dirty="0"/>
              <a:t> when it acts on its own to change some aspect of its current environment. </a:t>
            </a:r>
            <a:r>
              <a:rPr lang="en-US" dirty="0">
                <a:hlinkClick r:id="rId3" action="ppaction://hlinkfile"/>
              </a:rPr>
              <a:t>Exhibit 2.8</a:t>
            </a:r>
            <a:r>
              <a:rPr lang="en-US" dirty="0"/>
              <a:t> (summarized on the next slide) shows the definitions and uses of these strategies.</a:t>
            </a:r>
          </a:p>
          <a:p>
            <a:endParaRPr lang="en-US" dirty="0"/>
          </a:p>
          <a:p>
            <a:r>
              <a:rPr lang="en-US" dirty="0"/>
              <a:t>In some situations, two or more organizations work together using </a:t>
            </a:r>
            <a:r>
              <a:rPr lang="en-US" i="1" dirty="0"/>
              <a:t>cooperative strategies</a:t>
            </a:r>
            <a:r>
              <a:rPr lang="en-US" dirty="0"/>
              <a:t> to influence the environment. </a:t>
            </a:r>
            <a:r>
              <a:rPr lang="en-US" dirty="0">
                <a:hlinkClick r:id="rId4" action="ppaction://hlinkfile"/>
              </a:rPr>
              <a:t>Exhibit 2.9</a:t>
            </a:r>
            <a:r>
              <a:rPr lang="en-US" dirty="0"/>
              <a:t> (summarized in a subsequent</a:t>
            </a:r>
            <a:r>
              <a:rPr lang="en-US" baseline="0" dirty="0"/>
              <a:t> slide)</a:t>
            </a:r>
            <a:r>
              <a:rPr lang="en-US" dirty="0"/>
              <a:t> shows several examples of cooperative strategies. </a:t>
            </a:r>
          </a:p>
        </p:txBody>
      </p:sp>
      <p:sp>
        <p:nvSpPr>
          <p:cNvPr id="4" name="Slide Number Placeholder 3"/>
          <p:cNvSpPr>
            <a:spLocks noGrp="1"/>
          </p:cNvSpPr>
          <p:nvPr>
            <p:ph type="sldNum" sz="quarter" idx="5"/>
          </p:nvPr>
        </p:nvSpPr>
        <p:spPr/>
        <p:txBody>
          <a:bodyPr/>
          <a:lstStyle/>
          <a:p>
            <a:fld id="{35356329-1779-487C-B587-BBABA473AA7C}" type="slidenum">
              <a:rPr lang="en-US" smtClean="0"/>
              <a:t>26</a:t>
            </a:fld>
            <a:endParaRPr lang="en-US"/>
          </a:p>
        </p:txBody>
      </p:sp>
    </p:spTree>
    <p:extLst>
      <p:ext uri="{BB962C8B-B14F-4D97-AF65-F5344CB8AC3E}">
        <p14:creationId xmlns:p14="http://schemas.microsoft.com/office/powerpoint/2010/main" val="2648978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recreates</a:t>
            </a:r>
            <a:r>
              <a:rPr lang="en-US" baseline="0" dirty="0"/>
              <a:t> part of </a:t>
            </a:r>
            <a:r>
              <a:rPr lang="en-US" dirty="0"/>
              <a:t>Exhibit 2.8. with</a:t>
            </a:r>
            <a:r>
              <a:rPr lang="en-US" baseline="0" dirty="0"/>
              <a:t> definitions of six </a:t>
            </a:r>
            <a:r>
              <a:rPr lang="en-US" dirty="0"/>
              <a:t>independent</a:t>
            </a:r>
            <a:r>
              <a:rPr lang="en-US" baseline="0" dirty="0"/>
              <a:t> actions: competitive aggression, competitive pacification, public relations, voluntary action, legal action and political action. </a:t>
            </a:r>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27</a:t>
            </a:fld>
            <a:endParaRPr lang="en-US"/>
          </a:p>
        </p:txBody>
      </p:sp>
    </p:spTree>
    <p:extLst>
      <p:ext uri="{BB962C8B-B14F-4D97-AF65-F5344CB8AC3E}">
        <p14:creationId xmlns:p14="http://schemas.microsoft.com/office/powerpoint/2010/main" val="38535592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recreates</a:t>
            </a:r>
            <a:r>
              <a:rPr lang="en-US" baseline="0" dirty="0"/>
              <a:t> Exhibit 2.9. with the definition of and examples of cooperative action: contraction, cooption and coalition. </a:t>
            </a:r>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28</a:t>
            </a:fld>
            <a:endParaRPr lang="en-US"/>
          </a:p>
        </p:txBody>
      </p:sp>
    </p:spTree>
    <p:extLst>
      <p:ext uri="{BB962C8B-B14F-4D97-AF65-F5344CB8AC3E}">
        <p14:creationId xmlns:p14="http://schemas.microsoft.com/office/powerpoint/2010/main" val="41323366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Buffering</a:t>
            </a:r>
            <a:r>
              <a:rPr lang="en-US" dirty="0"/>
              <a:t> creates supplies of excess resources to meet unpredictable needs. Organizations also may </a:t>
            </a:r>
            <a:r>
              <a:rPr lang="en-US" i="0" dirty="0"/>
              <a:t>try </a:t>
            </a:r>
            <a:r>
              <a:rPr lang="en-US" b="1" i="0" dirty="0"/>
              <a:t>smoothing</a:t>
            </a:r>
            <a:r>
              <a:rPr lang="en-US" i="0" dirty="0"/>
              <a:t>, or leveling fluctuations occurring at the environmental boundaries. </a:t>
            </a:r>
            <a:r>
              <a:rPr lang="en-US" sz="1200" b="0" i="0" u="none" strike="noStrike" kern="1200" baseline="0" dirty="0">
                <a:solidFill>
                  <a:schemeClr val="tx1"/>
                </a:solidFill>
                <a:latin typeface="+mn-lt"/>
                <a:ea typeface="+mn-ea"/>
                <a:cs typeface="+mn-cs"/>
              </a:rPr>
              <a:t>Buffering and smoothing manage uncertainties at system boundaries, firms also can establish </a:t>
            </a:r>
            <a:r>
              <a:rPr lang="en-US" sz="1200" b="1" i="0" u="none" strike="noStrike" kern="1200" baseline="0" dirty="0">
                <a:solidFill>
                  <a:schemeClr val="tx1"/>
                </a:solidFill>
                <a:latin typeface="+mn-lt"/>
                <a:ea typeface="+mn-ea"/>
                <a:cs typeface="+mn-cs"/>
              </a:rPr>
              <a:t>flexible processes </a:t>
            </a:r>
            <a:r>
              <a:rPr lang="en-US" sz="1200" b="0" i="0" u="none" strike="noStrike" kern="1200" baseline="0" dirty="0">
                <a:solidFill>
                  <a:schemeClr val="tx1"/>
                </a:solidFill>
                <a:latin typeface="+mn-lt"/>
                <a:ea typeface="+mn-ea"/>
                <a:cs typeface="+mn-cs"/>
              </a:rPr>
              <a:t>that allow for adaptation in their technical core. </a:t>
            </a:r>
            <a:endParaRPr lang="en-US" i="0" dirty="0"/>
          </a:p>
        </p:txBody>
      </p:sp>
      <p:sp>
        <p:nvSpPr>
          <p:cNvPr id="4" name="Slide Number Placeholder 3"/>
          <p:cNvSpPr>
            <a:spLocks noGrp="1"/>
          </p:cNvSpPr>
          <p:nvPr>
            <p:ph type="sldNum" sz="quarter" idx="5"/>
          </p:nvPr>
        </p:nvSpPr>
        <p:spPr/>
        <p:txBody>
          <a:bodyPr/>
          <a:lstStyle/>
          <a:p>
            <a:fld id="{35356329-1779-487C-B587-BBABA473AA7C}" type="slidenum">
              <a:rPr lang="en-US" smtClean="0"/>
              <a:t>29</a:t>
            </a:fld>
            <a:endParaRPr lang="en-US"/>
          </a:p>
        </p:txBody>
      </p:sp>
    </p:spTree>
    <p:extLst>
      <p:ext uri="{BB962C8B-B14F-4D97-AF65-F5344CB8AC3E}">
        <p14:creationId xmlns:p14="http://schemas.microsoft.com/office/powerpoint/2010/main" val="1151423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lists three considerations in</a:t>
            </a:r>
            <a:r>
              <a:rPr lang="en-US" baseline="0" dirty="0"/>
              <a:t> managing the external environment.</a:t>
            </a:r>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30</a:t>
            </a:fld>
            <a:endParaRPr lang="en-US"/>
          </a:p>
        </p:txBody>
      </p:sp>
    </p:spTree>
    <p:extLst>
      <p:ext uri="{BB962C8B-B14F-4D97-AF65-F5344CB8AC3E}">
        <p14:creationId xmlns:p14="http://schemas.microsoft.com/office/powerpoint/2010/main" val="8841003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organization's culture is like an individual's personality. </a:t>
            </a:r>
            <a:r>
              <a:rPr lang="en-US" b="0" i="1" dirty="0"/>
              <a:t>Organization culture</a:t>
            </a:r>
            <a:r>
              <a:rPr lang="en-US" b="0" dirty="0"/>
              <a:t> </a:t>
            </a:r>
            <a:r>
              <a:rPr lang="en-US" dirty="0"/>
              <a:t>is a system of shared values about what is important and beliefs about how the world works. A company’s culture provides a framework that guides people’s behavior on the job. For example, the way people dress and behave, the way they interact with each other and with customers, and the work habits that managers value are usually quite different at a bank than they are at a music company, and different again at a law firm or an advertising agency.</a:t>
            </a:r>
          </a:p>
          <a:p>
            <a:endParaRPr lang="en-US" dirty="0"/>
          </a:p>
          <a:p>
            <a:r>
              <a:rPr lang="en-US" dirty="0"/>
              <a:t>Let’s say you want to understand a company’s culture. Perhaps you are thinking about working somewhere and you want a good fit, or maybe you are working now and want to deepen your understanding of how your employer operates and what it expects of you. How would you go about making the diagnosis? A variety of things will give you useful insights, such as mission statements, goals, symbols,</a:t>
            </a:r>
            <a:r>
              <a:rPr lang="en-US" baseline="0" dirty="0"/>
              <a:t> ceremonies and stories</a:t>
            </a:r>
            <a:r>
              <a:rPr lang="en-US" dirty="0"/>
              <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say culture eats</a:t>
            </a:r>
            <a:r>
              <a:rPr lang="en-US" baseline="0" dirty="0"/>
              <a:t> strategy for breakfast. Make sure to manage your culture actively by communicating regularly and celebrated those who exemplify the culture.</a:t>
            </a:r>
            <a:r>
              <a:rPr lang="en-US" dirty="0"/>
              <a:t>	</a:t>
            </a:r>
          </a:p>
        </p:txBody>
      </p:sp>
      <p:sp>
        <p:nvSpPr>
          <p:cNvPr id="4" name="Slide Number Placeholder 3"/>
          <p:cNvSpPr>
            <a:spLocks noGrp="1"/>
          </p:cNvSpPr>
          <p:nvPr>
            <p:ph type="sldNum" sz="quarter" idx="5"/>
          </p:nvPr>
        </p:nvSpPr>
        <p:spPr/>
        <p:txBody>
          <a:bodyPr/>
          <a:lstStyle/>
          <a:p>
            <a:fld id="{35356329-1779-487C-B587-BBABA473AA7C}" type="slidenum">
              <a:rPr lang="en-US" smtClean="0"/>
              <a:t>31</a:t>
            </a:fld>
            <a:endParaRPr lang="en-US"/>
          </a:p>
        </p:txBody>
      </p:sp>
    </p:spTree>
    <p:extLst>
      <p:ext uri="{BB962C8B-B14F-4D97-AF65-F5344CB8AC3E}">
        <p14:creationId xmlns:p14="http://schemas.microsoft.com/office/powerpoint/2010/main" val="25813631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Amazon’s 2017 annual report, Bezos wrote, “Building a culture of high standards is-well worth the effort, and there are many benefits. Naturally and most obviously you’re going to build better products and services for customers.” However, there is a fine line between being competitive-inside the company or with competing organizations-and being cut-throat.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Questions:</a:t>
            </a:r>
          </a:p>
          <a:p>
            <a:pPr marL="457200" lvl="1" indent="0">
              <a:buFont typeface="Arial" panose="020B0604020202020204" pitchFamily="34" charset="0"/>
              <a:buNone/>
            </a:pPr>
            <a:r>
              <a:rPr lang="en-US" sz="1200" b="1" kern="1200" dirty="0">
                <a:solidFill>
                  <a:schemeClr val="tx1"/>
                </a:solidFill>
                <a:effectLst/>
                <a:latin typeface="+mn-lt"/>
                <a:ea typeface="+mn-ea"/>
                <a:cs typeface="+mn-cs"/>
              </a:rPr>
              <a:t>Is it possible for a company to be as successful as Amazon without having a culture of “high standards”? Why or why not?</a:t>
            </a:r>
          </a:p>
          <a:p>
            <a:pPr marL="457200" lvl="1" indent="0">
              <a:buFont typeface="Arial" panose="020B0604020202020204" pitchFamily="34" charset="0"/>
              <a:buNone/>
            </a:pPr>
            <a:r>
              <a:rPr lang="en-US" sz="1200" i="1" kern="1200" dirty="0">
                <a:solidFill>
                  <a:schemeClr val="tx1"/>
                </a:solidFill>
                <a:effectLst/>
                <a:latin typeface="+mn-lt"/>
                <a:ea typeface="+mn-ea"/>
                <a:cs typeface="+mn-cs"/>
              </a:rPr>
              <a:t>Student answers will vary. Some may note how</a:t>
            </a:r>
            <a:r>
              <a:rPr lang="en-US" sz="1200" i="1" kern="1200" baseline="0" dirty="0">
                <a:solidFill>
                  <a:schemeClr val="tx1"/>
                </a:solidFill>
                <a:effectLst/>
                <a:latin typeface="+mn-lt"/>
                <a:ea typeface="+mn-ea"/>
                <a:cs typeface="+mn-cs"/>
              </a:rPr>
              <a:t> different approaches are better in the short-term versus the long-term.</a:t>
            </a:r>
            <a:br>
              <a:rPr lang="en-US" sz="1200" i="1" kern="1200" dirty="0">
                <a:solidFill>
                  <a:schemeClr val="tx1"/>
                </a:solidFill>
                <a:effectLst/>
                <a:latin typeface="+mn-lt"/>
                <a:ea typeface="+mn-ea"/>
                <a:cs typeface="+mn-cs"/>
              </a:rPr>
            </a:br>
            <a:endParaRPr lang="en-US" sz="1200" i="1" kern="1200" dirty="0">
              <a:solidFill>
                <a:schemeClr val="tx1"/>
              </a:solidFill>
              <a:effectLst/>
              <a:latin typeface="+mn-lt"/>
              <a:ea typeface="+mn-ea"/>
              <a:cs typeface="+mn-cs"/>
            </a:endParaRPr>
          </a:p>
          <a:p>
            <a:pPr marL="457200" lvl="1" indent="0">
              <a:buFont typeface="Arial" panose="020B0604020202020204" pitchFamily="34" charset="0"/>
              <a:buNone/>
            </a:pPr>
            <a:r>
              <a:rPr lang="en-US" sz="1200" b="1" kern="1200" dirty="0">
                <a:solidFill>
                  <a:schemeClr val="tx1"/>
                </a:solidFill>
                <a:effectLst/>
                <a:latin typeface="+mn-lt"/>
                <a:ea typeface="+mn-ea"/>
                <a:cs typeface="+mn-cs"/>
              </a:rPr>
              <a:t>To what degree do and can employees “self-select” their work environments? How does Bezos’s belief inform Amazon’s reported treatment of its employees? </a:t>
            </a:r>
          </a:p>
          <a:p>
            <a:pPr marL="457200" lvl="1" indent="0">
              <a:buFont typeface="Arial" panose="020B0604020202020204" pitchFamily="34" charset="0"/>
              <a:buNone/>
            </a:pPr>
            <a:r>
              <a:rPr lang="en-US" sz="1200" i="1" kern="1200" dirty="0">
                <a:solidFill>
                  <a:schemeClr val="tx1"/>
                </a:solidFill>
                <a:effectLst/>
                <a:latin typeface="+mn-lt"/>
                <a:ea typeface="+mn-ea"/>
                <a:cs typeface="+mn-cs"/>
              </a:rPr>
              <a:t>Student answers will again vary</a:t>
            </a:r>
            <a:r>
              <a:rPr lang="en-US" sz="1200" i="1" kern="1200" baseline="0" dirty="0">
                <a:solidFill>
                  <a:schemeClr val="tx1"/>
                </a:solidFill>
                <a:effectLst/>
                <a:latin typeface="+mn-lt"/>
                <a:ea typeface="+mn-ea"/>
                <a:cs typeface="+mn-cs"/>
              </a:rPr>
              <a:t> but should note elements from the text and their research. </a:t>
            </a:r>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33</a:t>
            </a:fld>
            <a:endParaRPr lang="en-US"/>
          </a:p>
        </p:txBody>
      </p:sp>
    </p:spTree>
    <p:extLst>
      <p:ext uri="{BB962C8B-B14F-4D97-AF65-F5344CB8AC3E}">
        <p14:creationId xmlns:p14="http://schemas.microsoft.com/office/powerpoint/2010/main" val="42093587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relists the chapter learning objectives and can be used to review the chapter highlights.</a:t>
            </a:r>
          </a:p>
          <a:p>
            <a:endParaRPr lang="en-US" dirty="0"/>
          </a:p>
          <a:p>
            <a:r>
              <a:rPr lang="en-US" dirty="0"/>
              <a:t>Chapter 3 will focus on managerial decision making.</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34</a:t>
            </a:fld>
            <a:endParaRPr lang="en-US"/>
          </a:p>
        </p:txBody>
      </p:sp>
    </p:spTree>
    <p:extLst>
      <p:ext uri="{BB962C8B-B14F-4D97-AF65-F5344CB8AC3E}">
        <p14:creationId xmlns:p14="http://schemas.microsoft.com/office/powerpoint/2010/main" val="2956629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emf"/><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 Id="rId4" Type="http://schemas.openxmlformats.org/officeDocument/2006/relationships/image" Target="../media/image5.jpe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 Id="rId4" Type="http://schemas.openxmlformats.org/officeDocument/2006/relationships/image" Target="../media/image6.jp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 Id="rId5" Type="http://schemas.openxmlformats.org/officeDocument/2006/relationships/image" Target="../media/image8.jpg"/><Relationship Id="rId4" Type="http://schemas.openxmlformats.org/officeDocument/2006/relationships/image" Target="../media/image7.jp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7.xml"/><Relationship Id="rId4" Type="http://schemas.openxmlformats.org/officeDocument/2006/relationships/image" Target="../media/image9.jpeg"/></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jpeg"/><Relationship Id="rId1" Type="http://schemas.openxmlformats.org/officeDocument/2006/relationships/slideMaster" Target="../slideMasters/slideMaster7.xml"/><Relationship Id="rId5" Type="http://schemas.openxmlformats.org/officeDocument/2006/relationships/image" Target="../media/image13.png"/><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6" name="Content Placeholder 5">
            <a:extLst>
              <a:ext uri="{FF2B5EF4-FFF2-40B4-BE49-F238E27FC236}">
                <a16:creationId xmlns:a16="http://schemas.microsoft.com/office/drawing/2014/main" id="{95FB06C8-11A0-4E73-A5CE-7801EB091162}"/>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515965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14" name="Content Placeholder 5">
            <a:extLst>
              <a:ext uri="{FF2B5EF4-FFF2-40B4-BE49-F238E27FC236}">
                <a16:creationId xmlns:a16="http://schemas.microsoft.com/office/drawing/2014/main" id="{693BA5A3-DAB5-45C2-AE6D-5271B0A7976C}"/>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1600" indent="-291600">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03133A46-43F0-4734-A847-009F11688B7F}"/>
              </a:ext>
            </a:extLst>
          </p:cNvPr>
          <p:cNvSpPr>
            <a:spLocks noGrp="1"/>
          </p:cNvSpPr>
          <p:nvPr>
            <p:ph type="body" sz="quarter" idx="14"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vl2pPr>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2pPr>
              <a:spcBef>
                <a:spcPts val="1000"/>
              </a:spcBef>
              <a:spcAft>
                <a:spcPts val="0"/>
              </a:spcAft>
              <a:defRPr/>
            </a:lvl2pPr>
            <a:lvl3pPr>
              <a:spcBef>
                <a:spcPts val="1000"/>
              </a:spcBef>
              <a:spcAft>
                <a:spcPts val="0"/>
              </a:spcAft>
              <a:defRPr/>
            </a:lvl3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F07503B-138D-44F5-84FC-A7637F059B66}"/>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5840A85-FE10-45F4-81E4-A52DE2319ED9}"/>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72A1E447-C26A-4D25-8792-9B7C6A839F37}"/>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CA880A79-A85B-437C-BC20-FC23BDD36F54}"/>
              </a:ext>
            </a:extLst>
          </p:cNvPr>
          <p:cNvSpPr>
            <a:spLocks noGrp="1"/>
          </p:cNvSpPr>
          <p:nvPr>
            <p:ph type="body" sz="quarter" idx="16"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9893AC4A-29B0-44AE-8CE5-26A7096591D7}"/>
              </a:ext>
            </a:extLst>
          </p:cNvPr>
          <p:cNvSpPr>
            <a:spLocks noGrp="1"/>
          </p:cNvSpPr>
          <p:nvPr>
            <p:ph type="body" sz="quarter" idx="19"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553357"/>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5810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3474668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97499"/>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20368"/>
            <a:ext cx="8458200" cy="495283"/>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587044"/>
            <a:ext cx="8458200" cy="497349"/>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223090"/>
            <a:ext cx="8458200" cy="4891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870885"/>
            <a:ext cx="8458200" cy="428155"/>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481749"/>
            <a:ext cx="8458200" cy="436533"/>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CBC0FE29-09D4-4E55-BCD6-2FA65595DD14}"/>
              </a:ext>
            </a:extLst>
          </p:cNvPr>
          <p:cNvSpPr>
            <a:spLocks noGrp="1"/>
          </p:cNvSpPr>
          <p:nvPr>
            <p:ph sz="quarter" idx="19" hasCustomPrompt="1"/>
          </p:nvPr>
        </p:nvSpPr>
        <p:spPr>
          <a:xfrm>
            <a:off x="342900" y="5091317"/>
            <a:ext cx="8458200" cy="436533"/>
          </a:xfr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CDAC9D78-8CE5-4E8D-AA81-3FCEE7371FFF}"/>
              </a:ext>
            </a:extLst>
          </p:cNvPr>
          <p:cNvSpPr>
            <a:spLocks noGrp="1"/>
          </p:cNvSpPr>
          <p:nvPr>
            <p:ph sz="quarter" idx="20" hasCustomPrompt="1"/>
          </p:nvPr>
        </p:nvSpPr>
        <p:spPr>
          <a:xfrm>
            <a:off x="342900" y="5711422"/>
            <a:ext cx="8458200" cy="436533"/>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7" name="Content Placeholder 9">
            <a:extLst>
              <a:ext uri="{FF2B5EF4-FFF2-40B4-BE49-F238E27FC236}">
                <a16:creationId xmlns:a16="http://schemas.microsoft.com/office/drawing/2014/main" id="{E3C60504-9967-4D01-B408-D8C146D1DFFA}"/>
              </a:ext>
            </a:extLst>
          </p:cNvPr>
          <p:cNvSpPr>
            <a:spLocks noGrp="1"/>
          </p:cNvSpPr>
          <p:nvPr>
            <p:ph sz="quarter" idx="21" hasCustomPrompt="1"/>
          </p:nvPr>
        </p:nvSpPr>
        <p:spPr>
          <a:xfrm>
            <a:off x="344638" y="6684963"/>
            <a:ext cx="8458200" cy="436533"/>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18" name="Content Placeholder 10">
            <a:extLst>
              <a:ext uri="{FF2B5EF4-FFF2-40B4-BE49-F238E27FC236}">
                <a16:creationId xmlns:a16="http://schemas.microsoft.com/office/drawing/2014/main" id="{A99C91D1-85FB-4150-AE75-34B22018BC06}"/>
              </a:ext>
            </a:extLst>
          </p:cNvPr>
          <p:cNvSpPr>
            <a:spLocks noGrp="1"/>
          </p:cNvSpPr>
          <p:nvPr>
            <p:ph sz="quarter" idx="22" hasCustomPrompt="1"/>
          </p:nvPr>
        </p:nvSpPr>
        <p:spPr>
          <a:xfrm>
            <a:off x="342900" y="7328393"/>
            <a:ext cx="8458200" cy="436533"/>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3407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solidFill>
                  <a:srgbClr val="15499F"/>
                </a:solidFill>
              </a:defRPr>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8946740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992443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94C876B4-C8F8-4EDA-9579-00F8F36CB98C}"/>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1" name="Image Credit">
            <a:extLst>
              <a:ext uri="{FF2B5EF4-FFF2-40B4-BE49-F238E27FC236}">
                <a16:creationId xmlns:a16="http://schemas.microsoft.com/office/drawing/2014/main" id="{9138FC26-0A66-41D8-932B-35FF43FDA976}"/>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58751307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5750754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539198" y="2445781"/>
            <a:ext cx="5364646" cy="526106"/>
          </a:xfrm>
          <a:prstGeom prst="rect">
            <a:avLst/>
          </a:prstGeom>
        </p:spPr>
        <p:txBody>
          <a:bodyPr wrap="square" anchor="t" anchorCtr="0">
            <a:spAutoFit/>
          </a:bodyPr>
          <a:lstStyle>
            <a:lvl1pPr algn="l">
              <a:lnSpc>
                <a:spcPts val="3724"/>
              </a:lnSpc>
              <a:defRPr sz="3038"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4" name="Subtitle 2">
            <a:extLst>
              <a:ext uri="{FF2B5EF4-FFF2-40B4-BE49-F238E27FC236}">
                <a16:creationId xmlns:a16="http://schemas.microsoft.com/office/drawing/2014/main" id="{19EECD76-5546-394C-A08F-DB8E115F0080}"/>
              </a:ext>
            </a:extLst>
          </p:cNvPr>
          <p:cNvSpPr>
            <a:spLocks noGrp="1"/>
          </p:cNvSpPr>
          <p:nvPr>
            <p:ph type="subTitle" idx="1" hasCustomPrompt="1"/>
          </p:nvPr>
        </p:nvSpPr>
        <p:spPr>
          <a:xfrm>
            <a:off x="539198" y="3382502"/>
            <a:ext cx="5364646" cy="297517"/>
          </a:xfrm>
          <a:prstGeom prst="rect">
            <a:avLst/>
          </a:prstGeom>
        </p:spPr>
        <p:txBody>
          <a:bodyPr wrap="square" anchor="t" anchorCtr="0">
            <a:spAutoFit/>
          </a:bodyPr>
          <a:lstStyle>
            <a:lvl1pPr marL="0" indent="0" algn="l">
              <a:lnSpc>
                <a:spcPts val="1609"/>
              </a:lnSpc>
              <a:spcAft>
                <a:spcPts val="0"/>
              </a:spcAft>
              <a:buNone/>
              <a:defRPr sz="1350" b="0" i="0" cap="none" baseline="0">
                <a:solidFill>
                  <a:srgbClr val="000000"/>
                </a:solidFill>
                <a:latin typeface="Barlow Light" pitchFamily="2" charset="77"/>
                <a:ea typeface="DIN 2014 Light" panose="020B0404020202020204" pitchFamily="34" charset="77"/>
              </a:defRPr>
            </a:lvl1pPr>
            <a:lvl2pPr marL="257169" indent="0" algn="ctr">
              <a:buNone/>
              <a:defRPr sz="1125"/>
            </a:lvl2pPr>
            <a:lvl3pPr marL="514337" indent="0" algn="ctr">
              <a:buNone/>
              <a:defRPr sz="1013"/>
            </a:lvl3pPr>
            <a:lvl4pPr marL="771506" indent="0" algn="ctr">
              <a:buNone/>
              <a:defRPr sz="900"/>
            </a:lvl4pPr>
            <a:lvl5pPr marL="1028675" indent="0" algn="ctr">
              <a:buNone/>
              <a:defRPr sz="900"/>
            </a:lvl5pPr>
            <a:lvl6pPr marL="1285843" indent="0" algn="ctr">
              <a:buNone/>
              <a:defRPr sz="900"/>
            </a:lvl6pPr>
            <a:lvl7pPr marL="1543011" indent="0" algn="ctr">
              <a:buNone/>
              <a:defRPr sz="900"/>
            </a:lvl7pPr>
            <a:lvl8pPr marL="1800180" indent="0" algn="ctr">
              <a:buNone/>
              <a:defRPr sz="900"/>
            </a:lvl8pPr>
            <a:lvl9pPr marL="2057349" indent="0" algn="ctr">
              <a:buNone/>
              <a:defRPr sz="900"/>
            </a:lvl9pPr>
          </a:lstStyle>
          <a:p>
            <a:r>
              <a:rPr lang="en-GB" dirty="0"/>
              <a:t>Click to edit subtitle</a:t>
            </a:r>
            <a:endParaRPr lang="en-US" dirty="0"/>
          </a:p>
        </p:txBody>
      </p:sp>
      <p:sp>
        <p:nvSpPr>
          <p:cNvPr id="5" name="Text Placeholder 3">
            <a:extLst>
              <a:ext uri="{FF2B5EF4-FFF2-40B4-BE49-F238E27FC236}">
                <a16:creationId xmlns:a16="http://schemas.microsoft.com/office/drawing/2014/main" id="{B35A7696-ECE8-C940-A4FE-4B77CA605C4E}"/>
              </a:ext>
            </a:extLst>
          </p:cNvPr>
          <p:cNvSpPr>
            <a:spLocks noGrp="1"/>
          </p:cNvSpPr>
          <p:nvPr>
            <p:ph type="body" sz="quarter" idx="10" hasCustomPrompt="1"/>
          </p:nvPr>
        </p:nvSpPr>
        <p:spPr>
          <a:xfrm>
            <a:off x="539198" y="4114378"/>
            <a:ext cx="2623361" cy="284578"/>
          </a:xfrm>
          <a:prstGeom prst="rect">
            <a:avLst/>
          </a:prstGeom>
        </p:spPr>
        <p:txBody>
          <a:bodyPr>
            <a:normAutofit/>
          </a:bodyPr>
          <a:lstStyle>
            <a:lvl1pPr marL="0" indent="0" algn="l">
              <a:buFontTx/>
              <a:buNone/>
              <a:defRPr sz="788"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6" name="Text Placeholder 3">
            <a:extLst>
              <a:ext uri="{FF2B5EF4-FFF2-40B4-BE49-F238E27FC236}">
                <a16:creationId xmlns:a16="http://schemas.microsoft.com/office/drawing/2014/main" id="{CDC6E18F-FA4E-DF49-843E-38F72D48BA93}"/>
              </a:ext>
            </a:extLst>
          </p:cNvPr>
          <p:cNvSpPr>
            <a:spLocks noGrp="1"/>
          </p:cNvSpPr>
          <p:nvPr>
            <p:ph type="body" sz="quarter" idx="11" hasCustomPrompt="1"/>
          </p:nvPr>
        </p:nvSpPr>
        <p:spPr>
          <a:xfrm>
            <a:off x="539198" y="4442370"/>
            <a:ext cx="2623361" cy="284578"/>
          </a:xfrm>
          <a:prstGeom prst="rect">
            <a:avLst/>
          </a:prstGeom>
        </p:spPr>
        <p:txBody>
          <a:bodyPr>
            <a:normAutofit/>
          </a:bodyPr>
          <a:lstStyle>
            <a:lvl1pPr marL="0" indent="0" algn="l">
              <a:buFontTx/>
              <a:buNone/>
              <a:defRPr sz="788"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52909" t="68124" r="2" b="10595"/>
          <a:stretch/>
        </p:blipFill>
        <p:spPr>
          <a:xfrm>
            <a:off x="6076508" y="3233857"/>
            <a:ext cx="2746793" cy="3300759"/>
          </a:xfrm>
          <a:prstGeom prst="rect">
            <a:avLst/>
          </a:prstGeom>
        </p:spPr>
      </p:pic>
      <p:pic>
        <p:nvPicPr>
          <p:cNvPr id="8" name="Picture 7">
            <a:extLst>
              <a:ext uri="{FF2B5EF4-FFF2-40B4-BE49-F238E27FC236}">
                <a16:creationId xmlns:a16="http://schemas.microsoft.com/office/drawing/2014/main" id="{9A92F9E7-BC4A-CD44-9374-3963AC3F1A2C}"/>
              </a:ext>
            </a:extLst>
          </p:cNvPr>
          <p:cNvPicPr>
            <a:picLocks noChangeAspect="1"/>
          </p:cNvPicPr>
          <p:nvPr/>
        </p:nvPicPr>
        <p:blipFill>
          <a:blip r:embed="rId3"/>
          <a:stretch>
            <a:fillRect/>
          </a:stretch>
        </p:blipFill>
        <p:spPr>
          <a:xfrm>
            <a:off x="7488516" y="422097"/>
            <a:ext cx="1321966" cy="855390"/>
          </a:xfrm>
          <a:prstGeom prst="rect">
            <a:avLst/>
          </a:prstGeom>
          <a:ln w="6350">
            <a:noFill/>
          </a:ln>
        </p:spPr>
      </p:pic>
      <p:pic>
        <p:nvPicPr>
          <p:cNvPr id="10" name="Picture 9">
            <a:extLst>
              <a:ext uri="{FF2B5EF4-FFF2-40B4-BE49-F238E27FC236}">
                <a16:creationId xmlns:a16="http://schemas.microsoft.com/office/drawing/2014/main" id="{6427B3FD-0E2F-1A45-9E15-2CEF5BB47DA6}"/>
              </a:ext>
            </a:extLst>
          </p:cNvPr>
          <p:cNvPicPr>
            <a:picLocks noChangeAspect="1"/>
          </p:cNvPicPr>
          <p:nvPr/>
        </p:nvPicPr>
        <p:blipFill rotWithShape="1">
          <a:blip r:embed="rId2"/>
          <a:srcRect l="3874" t="49360" r="52758" b="42026"/>
          <a:stretch/>
        </p:blipFill>
        <p:spPr>
          <a:xfrm>
            <a:off x="203750" y="323391"/>
            <a:ext cx="2529741" cy="1336079"/>
          </a:xfrm>
          <a:prstGeom prst="rect">
            <a:avLst/>
          </a:prstGeom>
        </p:spPr>
      </p:pic>
    </p:spTree>
    <p:extLst>
      <p:ext uri="{BB962C8B-B14F-4D97-AF65-F5344CB8AC3E}">
        <p14:creationId xmlns:p14="http://schemas.microsoft.com/office/powerpoint/2010/main" val="21415896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BF25DC59-5AB2-417D-B46A-F09F380F8F67}"/>
              </a:ext>
            </a:extLst>
          </p:cNvPr>
          <p:cNvSpPr>
            <a:spLocks noGrp="1"/>
          </p:cNvSpPr>
          <p:nvPr>
            <p:ph sz="quarter" idx="10"/>
          </p:nvPr>
        </p:nvSpPr>
        <p:spPr>
          <a:xfrm>
            <a:off x="277813" y="6526213"/>
            <a:ext cx="8699500" cy="2047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395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5525"/>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4052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49380"/>
            <a:ext cx="8458200" cy="822237"/>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01138"/>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56084"/>
            <a:ext cx="8458200" cy="469231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5890800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10" name="Slide Title">
            <a:extLst>
              <a:ext uri="{FF2B5EF4-FFF2-40B4-BE49-F238E27FC236}">
                <a16:creationId xmlns:a16="http://schemas.microsoft.com/office/drawing/2014/main" id="{4D3A09E2-C861-4D48-B4DB-F718B64FF46D}"/>
              </a:ext>
            </a:extLst>
          </p:cNvPr>
          <p:cNvSpPr txBox="1">
            <a:spLocks/>
          </p:cNvSpPr>
          <p:nvPr userDrawn="1"/>
        </p:nvSpPr>
        <p:spPr>
          <a:xfrm>
            <a:off x="342900" y="235525"/>
            <a:ext cx="8458200" cy="8222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dirty="0"/>
              <a:t>Slide Title</a:t>
            </a:r>
            <a:br>
              <a:rPr lang="en-US" dirty="0"/>
            </a:b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6585788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arge logo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B89EEF8-F59E-404A-ADC6-4CDB120479DB}"/>
              </a:ext>
            </a:extLst>
          </p:cNvPr>
          <p:cNvPicPr>
            <a:picLocks noChangeAspect="1"/>
          </p:cNvPicPr>
          <p:nvPr/>
        </p:nvPicPr>
        <p:blipFill>
          <a:blip r:embed="rId2"/>
          <a:stretch>
            <a:fillRect/>
          </a:stretch>
        </p:blipFill>
        <p:spPr>
          <a:xfrm>
            <a:off x="7488515" y="422097"/>
            <a:ext cx="1321966" cy="855390"/>
          </a:xfrm>
          <a:prstGeom prst="rect">
            <a:avLst/>
          </a:prstGeom>
          <a:ln w="6350">
            <a:noFill/>
          </a:ln>
        </p:spPr>
      </p:pic>
      <p:pic>
        <p:nvPicPr>
          <p:cNvPr id="3" name="Picture 2">
            <a:extLst>
              <a:ext uri="{FF2B5EF4-FFF2-40B4-BE49-F238E27FC236}">
                <a16:creationId xmlns:a16="http://schemas.microsoft.com/office/drawing/2014/main" id="{3AA94B2B-C868-468D-91DC-8F17D0A5F9D5}"/>
              </a:ext>
            </a:extLst>
          </p:cNvPr>
          <p:cNvPicPr>
            <a:picLocks noChangeAspect="1"/>
          </p:cNvPicPr>
          <p:nvPr/>
        </p:nvPicPr>
        <p:blipFill>
          <a:blip r:embed="rId2"/>
          <a:stretch>
            <a:fillRect/>
          </a:stretch>
        </p:blipFill>
        <p:spPr>
          <a:xfrm>
            <a:off x="7488515" y="422097"/>
            <a:ext cx="1321966" cy="855390"/>
          </a:xfrm>
          <a:prstGeom prst="rect">
            <a:avLst/>
          </a:prstGeom>
          <a:ln w="6350">
            <a:noFill/>
          </a:ln>
        </p:spPr>
      </p:pic>
    </p:spTree>
    <p:extLst>
      <p:ext uri="{BB962C8B-B14F-4D97-AF65-F5344CB8AC3E}">
        <p14:creationId xmlns:p14="http://schemas.microsoft.com/office/powerpoint/2010/main" val="295989120"/>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mall logo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99D304B-F131-D04E-9BB2-C234FACCF3FA}"/>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pic>
        <p:nvPicPr>
          <p:cNvPr id="3" name="Picture 2">
            <a:extLst>
              <a:ext uri="{FF2B5EF4-FFF2-40B4-BE49-F238E27FC236}">
                <a16:creationId xmlns:a16="http://schemas.microsoft.com/office/drawing/2014/main" id="{A7CE54F5-4EC8-495D-B871-5FDD7F4764F9}"/>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spTree>
    <p:extLst>
      <p:ext uri="{BB962C8B-B14F-4D97-AF65-F5344CB8AC3E}">
        <p14:creationId xmlns:p14="http://schemas.microsoft.com/office/powerpoint/2010/main" val="3168831065"/>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539197" y="2445781"/>
            <a:ext cx="5364646"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4" name="Subtitle 2">
            <a:extLst>
              <a:ext uri="{FF2B5EF4-FFF2-40B4-BE49-F238E27FC236}">
                <a16:creationId xmlns:a16="http://schemas.microsoft.com/office/drawing/2014/main" id="{19EECD76-5546-394C-A08F-DB8E115F0080}"/>
              </a:ext>
            </a:extLst>
          </p:cNvPr>
          <p:cNvSpPr>
            <a:spLocks noGrp="1"/>
          </p:cNvSpPr>
          <p:nvPr>
            <p:ph type="subTitle" idx="1" hasCustomPrompt="1"/>
          </p:nvPr>
        </p:nvSpPr>
        <p:spPr>
          <a:xfrm>
            <a:off x="539197" y="3382500"/>
            <a:ext cx="5364646"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5" name="Text Placeholder 3">
            <a:extLst>
              <a:ext uri="{FF2B5EF4-FFF2-40B4-BE49-F238E27FC236}">
                <a16:creationId xmlns:a16="http://schemas.microsoft.com/office/drawing/2014/main" id="{B35A7696-ECE8-C940-A4FE-4B77CA605C4E}"/>
              </a:ext>
            </a:extLst>
          </p:cNvPr>
          <p:cNvSpPr>
            <a:spLocks noGrp="1"/>
          </p:cNvSpPr>
          <p:nvPr>
            <p:ph type="body" sz="quarter" idx="10" hasCustomPrompt="1"/>
          </p:nvPr>
        </p:nvSpPr>
        <p:spPr>
          <a:xfrm>
            <a:off x="539197" y="4114378"/>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6" name="Text Placeholder 3">
            <a:extLst>
              <a:ext uri="{FF2B5EF4-FFF2-40B4-BE49-F238E27FC236}">
                <a16:creationId xmlns:a16="http://schemas.microsoft.com/office/drawing/2014/main" id="{CDC6E18F-FA4E-DF49-843E-38F72D48BA93}"/>
              </a:ext>
            </a:extLst>
          </p:cNvPr>
          <p:cNvSpPr>
            <a:spLocks noGrp="1"/>
          </p:cNvSpPr>
          <p:nvPr>
            <p:ph type="body" sz="quarter" idx="11" hasCustomPrompt="1"/>
          </p:nvPr>
        </p:nvSpPr>
        <p:spPr>
          <a:xfrm>
            <a:off x="539197" y="4442370"/>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52909" t="68124" r="2" b="10595"/>
          <a:stretch/>
        </p:blipFill>
        <p:spPr>
          <a:xfrm>
            <a:off x="6076507" y="3233855"/>
            <a:ext cx="2746793" cy="3300759"/>
          </a:xfrm>
          <a:prstGeom prst="rect">
            <a:avLst/>
          </a:prstGeom>
        </p:spPr>
      </p:pic>
      <p:pic>
        <p:nvPicPr>
          <p:cNvPr id="8" name="Picture 7">
            <a:extLst>
              <a:ext uri="{FF2B5EF4-FFF2-40B4-BE49-F238E27FC236}">
                <a16:creationId xmlns:a16="http://schemas.microsoft.com/office/drawing/2014/main" id="{9A92F9E7-BC4A-CD44-9374-3963AC3F1A2C}"/>
              </a:ext>
            </a:extLst>
          </p:cNvPr>
          <p:cNvPicPr>
            <a:picLocks noChangeAspect="1"/>
          </p:cNvPicPr>
          <p:nvPr/>
        </p:nvPicPr>
        <p:blipFill>
          <a:blip r:embed="rId3"/>
          <a:stretch>
            <a:fillRect/>
          </a:stretch>
        </p:blipFill>
        <p:spPr>
          <a:xfrm>
            <a:off x="7488515" y="422097"/>
            <a:ext cx="1321966" cy="855390"/>
          </a:xfrm>
          <a:prstGeom prst="rect">
            <a:avLst/>
          </a:prstGeom>
          <a:ln w="6350">
            <a:noFill/>
          </a:ln>
        </p:spPr>
      </p:pic>
      <p:pic>
        <p:nvPicPr>
          <p:cNvPr id="10" name="Picture 9">
            <a:extLst>
              <a:ext uri="{FF2B5EF4-FFF2-40B4-BE49-F238E27FC236}">
                <a16:creationId xmlns:a16="http://schemas.microsoft.com/office/drawing/2014/main" id="{6427B3FD-0E2F-1A45-9E15-2CEF5BB47DA6}"/>
              </a:ext>
            </a:extLst>
          </p:cNvPr>
          <p:cNvPicPr>
            <a:picLocks noChangeAspect="1"/>
          </p:cNvPicPr>
          <p:nvPr/>
        </p:nvPicPr>
        <p:blipFill rotWithShape="1">
          <a:blip r:embed="rId2"/>
          <a:srcRect l="3874" t="49360" r="52758" b="42026"/>
          <a:stretch/>
        </p:blipFill>
        <p:spPr>
          <a:xfrm>
            <a:off x="203750" y="323389"/>
            <a:ext cx="2529741" cy="1336079"/>
          </a:xfrm>
          <a:prstGeom prst="rect">
            <a:avLst/>
          </a:prstGeom>
        </p:spPr>
      </p:pic>
    </p:spTree>
    <p:extLst>
      <p:ext uri="{BB962C8B-B14F-4D97-AF65-F5344CB8AC3E}">
        <p14:creationId xmlns:p14="http://schemas.microsoft.com/office/powerpoint/2010/main" val="18298449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Title slide with one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1" y="1869345"/>
            <a:ext cx="4213781"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1" y="2806064"/>
            <a:ext cx="4213781"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537942"/>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3865934"/>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grpSp>
        <p:nvGrpSpPr>
          <p:cNvPr id="17" name="Group 16">
            <a:extLst>
              <a:ext uri="{FF2B5EF4-FFF2-40B4-BE49-F238E27FC236}">
                <a16:creationId xmlns:a16="http://schemas.microsoft.com/office/drawing/2014/main" id="{A83BEE6D-49FB-440F-98D5-CB1C44202049}"/>
              </a:ext>
            </a:extLst>
          </p:cNvPr>
          <p:cNvGrpSpPr/>
          <p:nvPr/>
        </p:nvGrpSpPr>
        <p:grpSpPr>
          <a:xfrm>
            <a:off x="4168440" y="4760536"/>
            <a:ext cx="4213781" cy="1980506"/>
            <a:chOff x="5557919" y="4760536"/>
            <a:chExt cx="5618375" cy="1980506"/>
          </a:xfrm>
        </p:grpSpPr>
        <p:pic>
          <p:nvPicPr>
            <p:cNvPr id="8" name="Picture 7">
              <a:extLst>
                <a:ext uri="{FF2B5EF4-FFF2-40B4-BE49-F238E27FC236}">
                  <a16:creationId xmlns:a16="http://schemas.microsoft.com/office/drawing/2014/main" id="{2320B6F8-8E52-F940-BA78-A0A2B78F1B1F}"/>
                </a:ext>
              </a:extLst>
            </p:cNvPr>
            <p:cNvPicPr>
              <a:picLocks noChangeAspect="1"/>
            </p:cNvPicPr>
            <p:nvPr userDrawn="1"/>
          </p:nvPicPr>
          <p:blipFill rotWithShape="1">
            <a:blip r:embed="rId3"/>
            <a:srcRect l="32480" t="77968" r="-4719" b="9263"/>
            <a:stretch/>
          </p:blipFill>
          <p:spPr>
            <a:xfrm>
              <a:off x="5557919" y="4760536"/>
              <a:ext cx="5618375" cy="1980506"/>
            </a:xfrm>
            <a:prstGeom prst="rect">
              <a:avLst/>
            </a:prstGeom>
          </p:spPr>
        </p:pic>
        <p:sp>
          <p:nvSpPr>
            <p:cNvPr id="16" name="Rectangle 15">
              <a:extLst>
                <a:ext uri="{FF2B5EF4-FFF2-40B4-BE49-F238E27FC236}">
                  <a16:creationId xmlns:a16="http://schemas.microsoft.com/office/drawing/2014/main" id="{3637A5EF-1CCA-4630-996C-77608B56F8B3}"/>
                </a:ext>
              </a:extLst>
            </p:cNvPr>
            <p:cNvSpPr/>
            <p:nvPr userDrawn="1"/>
          </p:nvSpPr>
          <p:spPr>
            <a:xfrm>
              <a:off x="6748272" y="4837176"/>
              <a:ext cx="4361688" cy="99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5" name="Picture Placeholder 14">
            <a:extLst>
              <a:ext uri="{FF2B5EF4-FFF2-40B4-BE49-F238E27FC236}">
                <a16:creationId xmlns:a16="http://schemas.microsoft.com/office/drawing/2014/main" id="{D6B6C16E-6CB1-4D84-B65E-7BE162FA3C70}"/>
              </a:ext>
            </a:extLst>
          </p:cNvPr>
          <p:cNvSpPr>
            <a:spLocks noGrp="1"/>
          </p:cNvSpPr>
          <p:nvPr>
            <p:ph type="pic" sz="quarter" idx="12" hasCustomPrompt="1"/>
          </p:nvPr>
        </p:nvSpPr>
        <p:spPr>
          <a:xfrm>
            <a:off x="5214882" y="404814"/>
            <a:ext cx="3625453" cy="5197475"/>
          </a:xfrm>
          <a:prstGeom prst="rect">
            <a:avLst/>
          </a:prstGeom>
        </p:spPr>
        <p:txBody>
          <a:bodyPr/>
          <a:lstStyle>
            <a:lvl1pPr>
              <a:defRPr sz="1050"/>
            </a:lvl1pPr>
          </a:lstStyle>
          <a:p>
            <a:r>
              <a:rPr lang="en-US" dirty="0"/>
              <a:t>Click icon to add image</a:t>
            </a:r>
          </a:p>
        </p:txBody>
      </p:sp>
    </p:spTree>
    <p:extLst>
      <p:ext uri="{BB962C8B-B14F-4D97-AF65-F5344CB8AC3E}">
        <p14:creationId xmlns:p14="http://schemas.microsoft.com/office/powerpoint/2010/main" val="2318953548"/>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itle slide with two imag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0" y="1869345"/>
            <a:ext cx="4879573"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0" y="2806064"/>
            <a:ext cx="4879573"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537942"/>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3865934"/>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pic>
        <p:nvPicPr>
          <p:cNvPr id="16" name="Picture 15">
            <a:extLst>
              <a:ext uri="{FF2B5EF4-FFF2-40B4-BE49-F238E27FC236}">
                <a16:creationId xmlns:a16="http://schemas.microsoft.com/office/drawing/2014/main" id="{71B7D4E7-3C73-7A4A-946D-63804544EC4C}"/>
              </a:ext>
            </a:extLst>
          </p:cNvPr>
          <p:cNvPicPr>
            <a:picLocks noChangeAspect="1"/>
          </p:cNvPicPr>
          <p:nvPr/>
        </p:nvPicPr>
        <p:blipFill rotWithShape="1">
          <a:blip r:embed="rId3"/>
          <a:srcRect l="52634" t="78297" r="1" b="10595"/>
          <a:stretch/>
        </p:blipFill>
        <p:spPr>
          <a:xfrm>
            <a:off x="6060385" y="4811775"/>
            <a:ext cx="2762916" cy="1722838"/>
          </a:xfrm>
          <a:prstGeom prst="rect">
            <a:avLst/>
          </a:prstGeom>
        </p:spPr>
      </p:pic>
      <p:pic>
        <p:nvPicPr>
          <p:cNvPr id="11" name="Picture 10">
            <a:extLst>
              <a:ext uri="{FF2B5EF4-FFF2-40B4-BE49-F238E27FC236}">
                <a16:creationId xmlns:a16="http://schemas.microsoft.com/office/drawing/2014/main" id="{4E0CDDDD-6F87-BF44-8B03-FC4E347C60AE}"/>
              </a:ext>
            </a:extLst>
          </p:cNvPr>
          <p:cNvPicPr>
            <a:picLocks noChangeAspect="1"/>
          </p:cNvPicPr>
          <p:nvPr/>
        </p:nvPicPr>
        <p:blipFill rotWithShape="1">
          <a:blip r:embed="rId3"/>
          <a:srcRect l="37923" t="71919" r="51711" b="23057"/>
          <a:stretch/>
        </p:blipFill>
        <p:spPr>
          <a:xfrm>
            <a:off x="5202283" y="3822521"/>
            <a:ext cx="604655" cy="779297"/>
          </a:xfrm>
          <a:prstGeom prst="rect">
            <a:avLst/>
          </a:prstGeom>
        </p:spPr>
      </p:pic>
      <p:sp>
        <p:nvSpPr>
          <p:cNvPr id="21" name="Picture Placeholder 7">
            <a:extLst>
              <a:ext uri="{FF2B5EF4-FFF2-40B4-BE49-F238E27FC236}">
                <a16:creationId xmlns:a16="http://schemas.microsoft.com/office/drawing/2014/main" id="{A52323EE-F917-4344-990B-84E13A1D887E}"/>
              </a:ext>
            </a:extLst>
          </p:cNvPr>
          <p:cNvSpPr>
            <a:spLocks noGrp="1"/>
          </p:cNvSpPr>
          <p:nvPr>
            <p:ph type="pic" sz="quarter" idx="12" hasCustomPrompt="1"/>
          </p:nvPr>
        </p:nvSpPr>
        <p:spPr>
          <a:xfrm>
            <a:off x="5906691" y="452439"/>
            <a:ext cx="3237309" cy="4270375"/>
          </a:xfrm>
          <a:prstGeom prst="rect">
            <a:avLst/>
          </a:prstGeom>
        </p:spPr>
        <p:txBody>
          <a:bodyPr/>
          <a:lstStyle>
            <a:lvl1pPr marL="0" indent="0">
              <a:buNone/>
              <a:defRPr sz="1050"/>
            </a:lvl1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icon to add image</a:t>
            </a:r>
          </a:p>
        </p:txBody>
      </p:sp>
      <p:sp>
        <p:nvSpPr>
          <p:cNvPr id="23" name="Picture Placeholder 21">
            <a:extLst>
              <a:ext uri="{FF2B5EF4-FFF2-40B4-BE49-F238E27FC236}">
                <a16:creationId xmlns:a16="http://schemas.microsoft.com/office/drawing/2014/main" id="{2EAF4550-BE04-4D85-8140-CAEE531D6063}"/>
              </a:ext>
            </a:extLst>
          </p:cNvPr>
          <p:cNvSpPr>
            <a:spLocks noGrp="1"/>
          </p:cNvSpPr>
          <p:nvPr>
            <p:ph type="pic" sz="quarter" idx="13" hasCustomPrompt="1"/>
          </p:nvPr>
        </p:nvSpPr>
        <p:spPr>
          <a:xfrm>
            <a:off x="4292203" y="4722814"/>
            <a:ext cx="1614488" cy="1722437"/>
          </a:xfrm>
          <a:prstGeom prst="rect">
            <a:avLst/>
          </a:prstGeom>
        </p:spPr>
        <p:txBody>
          <a:bodyPr/>
          <a:lstStyle>
            <a:lvl1pPr marL="0" indent="0">
              <a:buNone/>
              <a:defRPr sz="1050"/>
            </a:lvl1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icon to add image</a:t>
            </a:r>
          </a:p>
        </p:txBody>
      </p:sp>
    </p:spTree>
    <p:extLst>
      <p:ext uri="{BB962C8B-B14F-4D97-AF65-F5344CB8AC3E}">
        <p14:creationId xmlns:p14="http://schemas.microsoft.com/office/powerpoint/2010/main" val="1913591941"/>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cknowledgement of Countr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0301E3A-AEBD-1049-9450-8220EE1A20E1}"/>
              </a:ext>
            </a:extLst>
          </p:cNvPr>
          <p:cNvPicPr>
            <a:picLocks noChangeAspect="1"/>
          </p:cNvPicPr>
          <p:nvPr/>
        </p:nvPicPr>
        <p:blipFill rotWithShape="1">
          <a:blip r:embed="rId2"/>
          <a:srcRect l="30498" t="84569" r="1" b="10595"/>
          <a:stretch/>
        </p:blipFill>
        <p:spPr>
          <a:xfrm>
            <a:off x="4769159" y="5784574"/>
            <a:ext cx="4054142" cy="750039"/>
          </a:xfrm>
          <a:prstGeom prst="rect">
            <a:avLst/>
          </a:prstGeom>
        </p:spPr>
      </p:pic>
      <p:pic>
        <p:nvPicPr>
          <p:cNvPr id="11" name="Picture 10">
            <a:extLst>
              <a:ext uri="{FF2B5EF4-FFF2-40B4-BE49-F238E27FC236}">
                <a16:creationId xmlns:a16="http://schemas.microsoft.com/office/drawing/2014/main" id="{690B0078-646E-0A42-AFBD-3E03F49122A2}"/>
              </a:ext>
            </a:extLst>
          </p:cNvPr>
          <p:cNvPicPr>
            <a:picLocks noChangeAspect="1"/>
          </p:cNvPicPr>
          <p:nvPr/>
        </p:nvPicPr>
        <p:blipFill rotWithShape="1">
          <a:blip r:embed="rId2"/>
          <a:srcRect l="-4606" t="49360" r="68851" b="45400"/>
          <a:stretch/>
        </p:blipFill>
        <p:spPr>
          <a:xfrm>
            <a:off x="98983" y="323389"/>
            <a:ext cx="2085680" cy="812754"/>
          </a:xfrm>
          <a:prstGeom prst="rect">
            <a:avLst/>
          </a:prstGeom>
        </p:spPr>
      </p:pic>
      <p:sp>
        <p:nvSpPr>
          <p:cNvPr id="2" name="TextBox 1">
            <a:extLst>
              <a:ext uri="{FF2B5EF4-FFF2-40B4-BE49-F238E27FC236}">
                <a16:creationId xmlns:a16="http://schemas.microsoft.com/office/drawing/2014/main" id="{C2021D86-4D96-E542-A7AA-52E138A56A16}"/>
              </a:ext>
            </a:extLst>
          </p:cNvPr>
          <p:cNvSpPr txBox="1"/>
          <p:nvPr/>
        </p:nvSpPr>
        <p:spPr>
          <a:xfrm>
            <a:off x="320700" y="2792273"/>
            <a:ext cx="3444607" cy="2054409"/>
          </a:xfrm>
          <a:prstGeom prst="rect">
            <a:avLst/>
          </a:prstGeom>
          <a:noFill/>
        </p:spPr>
        <p:txBody>
          <a:bodyPr wrap="square" rtlCol="0">
            <a:spAutoFit/>
          </a:bodyPr>
          <a:lstStyle/>
          <a:p>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We respectfully acknowledge the </a:t>
            </a:r>
            <a:r>
              <a:rPr lang="en-GB" sz="750" b="0" i="0" dirty="0" err="1">
                <a:latin typeface="Open Sans Light" panose="020B0306030504020204" pitchFamily="34" charset="0"/>
                <a:ea typeface="Open Sans Light" panose="020B0306030504020204" pitchFamily="34" charset="0"/>
                <a:cs typeface="Open Sans Light" panose="020B0306030504020204" pitchFamily="34" charset="0"/>
              </a:rPr>
              <a:t>Wurundjeri</a:t>
            </a:r>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 People of the Kulin Nation, who are the Traditional Owners of the land on which Swinburne’s Australian campuses are located in Melbourne’s east and outer-east, and pay our respect to their Elders past, present and emerging.</a:t>
            </a:r>
          </a:p>
          <a:p>
            <a:endParaRPr lang="en-GB" sz="75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We are honoured to recognise our connection to </a:t>
            </a:r>
            <a:r>
              <a:rPr lang="en-GB" sz="750" b="0" i="0" dirty="0" err="1">
                <a:latin typeface="Open Sans Light" panose="020B0306030504020204" pitchFamily="34" charset="0"/>
                <a:ea typeface="Open Sans Light" panose="020B0306030504020204" pitchFamily="34" charset="0"/>
                <a:cs typeface="Open Sans Light" panose="020B0306030504020204" pitchFamily="34" charset="0"/>
              </a:rPr>
              <a:t>Wurundjeri</a:t>
            </a:r>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 Country, history, culture, and spirituality through these locations, and strive to ensure that we operate in a manner that respects and honours the Elders and Ancestors of these lands.</a:t>
            </a:r>
          </a:p>
          <a:p>
            <a:endParaRPr lang="en-GB" sz="75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We also respectfully acknowledge Swinburne’s Aboriginal and Torres Strait Islander staff, students, alumni, partners and visitors.</a:t>
            </a:r>
          </a:p>
          <a:p>
            <a:endParaRPr lang="en-GB" sz="75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750" b="0" i="0" dirty="0">
                <a:latin typeface="Open Sans Light" panose="020B0306030504020204" pitchFamily="34" charset="0"/>
                <a:ea typeface="Open Sans Light" panose="020B0306030504020204" pitchFamily="34" charset="0"/>
                <a:cs typeface="Open Sans Light" panose="020B0306030504020204" pitchFamily="34" charset="0"/>
              </a:rPr>
              <a:t>We also acknowledge and respect the Traditional Owners of lands across Australia, their Elders, Ancestors, cultures, and heritage, and recognise the continuing sovereignties of all Aboriginal and Torres Strait Islander Nations.</a:t>
            </a:r>
          </a:p>
          <a:p>
            <a:endParaRPr lang="en-US" sz="750" b="0" i="0"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3" name="TextBox 12">
            <a:extLst>
              <a:ext uri="{FF2B5EF4-FFF2-40B4-BE49-F238E27FC236}">
                <a16:creationId xmlns:a16="http://schemas.microsoft.com/office/drawing/2014/main" id="{553F0F09-72F3-3441-9402-E373F8E5EB3F}"/>
              </a:ext>
            </a:extLst>
          </p:cNvPr>
          <p:cNvSpPr txBox="1"/>
          <p:nvPr/>
        </p:nvSpPr>
        <p:spPr>
          <a:xfrm>
            <a:off x="325881" y="1858410"/>
            <a:ext cx="4246119" cy="415498"/>
          </a:xfrm>
          <a:prstGeom prst="rect">
            <a:avLst/>
          </a:prstGeom>
          <a:noFill/>
        </p:spPr>
        <p:txBody>
          <a:bodyPr wrap="square" rtlCol="0">
            <a:spAutoFit/>
          </a:bodyPr>
          <a:lstStyle/>
          <a:p>
            <a:r>
              <a:rPr lang="en-US" sz="2100" b="0" i="0" dirty="0">
                <a:latin typeface="Barlow Light" pitchFamily="2" charset="77"/>
                <a:ea typeface="DIN 2014 Light" panose="020B0404020202020204" pitchFamily="34" charset="77"/>
              </a:rPr>
              <a:t>Acknowledgement of Country</a:t>
            </a:r>
          </a:p>
        </p:txBody>
      </p:sp>
      <p:pic>
        <p:nvPicPr>
          <p:cNvPr id="7" name="Picture 6">
            <a:extLst>
              <a:ext uri="{FF2B5EF4-FFF2-40B4-BE49-F238E27FC236}">
                <a16:creationId xmlns:a16="http://schemas.microsoft.com/office/drawing/2014/main" id="{93A067CD-E520-DC4D-B83A-C56E5FCC5470}"/>
              </a:ext>
            </a:extLst>
          </p:cNvPr>
          <p:cNvPicPr>
            <a:picLocks noChangeAspect="1"/>
          </p:cNvPicPr>
          <p:nvPr/>
        </p:nvPicPr>
        <p:blipFill rotWithShape="1">
          <a:blip r:embed="rId3"/>
          <a:srcRect l="14921" t="28383" r="14498" b="18249"/>
          <a:stretch/>
        </p:blipFill>
        <p:spPr>
          <a:xfrm>
            <a:off x="5575852" y="404039"/>
            <a:ext cx="3568148" cy="5198999"/>
          </a:xfrm>
          <a:prstGeom prst="rect">
            <a:avLst/>
          </a:prstGeom>
        </p:spPr>
      </p:pic>
      <p:pic>
        <p:nvPicPr>
          <p:cNvPr id="8" name="Picture 7">
            <a:extLst>
              <a:ext uri="{FF2B5EF4-FFF2-40B4-BE49-F238E27FC236}">
                <a16:creationId xmlns:a16="http://schemas.microsoft.com/office/drawing/2014/main" id="{3C35ED88-E76B-A544-B183-904F87143897}"/>
              </a:ext>
            </a:extLst>
          </p:cNvPr>
          <p:cNvPicPr>
            <a:picLocks noChangeAspect="1"/>
          </p:cNvPicPr>
          <p:nvPr/>
        </p:nvPicPr>
        <p:blipFill rotWithShape="1">
          <a:blip r:embed="rId2"/>
          <a:srcRect l="30498" t="79189" r="57973" b="15495"/>
          <a:stretch/>
        </p:blipFill>
        <p:spPr>
          <a:xfrm>
            <a:off x="4769159" y="4950069"/>
            <a:ext cx="672515" cy="824566"/>
          </a:xfrm>
          <a:prstGeom prst="rect">
            <a:avLst/>
          </a:prstGeom>
        </p:spPr>
      </p:pic>
    </p:spTree>
    <p:extLst>
      <p:ext uri="{BB962C8B-B14F-4D97-AF65-F5344CB8AC3E}">
        <p14:creationId xmlns:p14="http://schemas.microsoft.com/office/powerpoint/2010/main" val="998296887"/>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A883F-D7EF-994A-8C0A-250C680E9DAC}"/>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7C9E8C4A-1C6F-0847-BF94-B8F6F086A0C5}"/>
              </a:ext>
            </a:extLst>
          </p:cNvPr>
          <p:cNvSpPr>
            <a:spLocks noGrp="1"/>
          </p:cNvSpPr>
          <p:nvPr>
            <p:ph type="ctrTitle" hasCustomPrompt="1"/>
          </p:nvPr>
        </p:nvSpPr>
        <p:spPr>
          <a:xfrm>
            <a:off x="322710" y="1869345"/>
            <a:ext cx="4060447" cy="1338828"/>
          </a:xfrm>
          <a:prstGeom prst="rect">
            <a:avLst/>
          </a:prstGeom>
        </p:spPr>
        <p:txBody>
          <a:bodyPr wrap="square" anchor="t" anchorCtr="0">
            <a:spAutoFit/>
          </a:bodyPr>
          <a:lstStyle>
            <a:lvl1pPr algn="l">
              <a:lnSpc>
                <a:spcPct val="100000"/>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section title</a:t>
            </a:r>
          </a:p>
        </p:txBody>
      </p:sp>
      <p:pic>
        <p:nvPicPr>
          <p:cNvPr id="9" name="Picture 8">
            <a:extLst>
              <a:ext uri="{FF2B5EF4-FFF2-40B4-BE49-F238E27FC236}">
                <a16:creationId xmlns:a16="http://schemas.microsoft.com/office/drawing/2014/main" id="{96CB0E58-519D-1C4A-9758-18D74E94D9C4}"/>
              </a:ext>
            </a:extLst>
          </p:cNvPr>
          <p:cNvPicPr>
            <a:picLocks noChangeAspect="1"/>
          </p:cNvPicPr>
          <p:nvPr/>
        </p:nvPicPr>
        <p:blipFill rotWithShape="1">
          <a:blip r:embed="rId3"/>
          <a:srcRect l="52909" t="68124" r="2" b="12204"/>
          <a:stretch/>
        </p:blipFill>
        <p:spPr>
          <a:xfrm>
            <a:off x="6076507" y="3233855"/>
            <a:ext cx="2746793" cy="3051199"/>
          </a:xfrm>
          <a:prstGeom prst="rect">
            <a:avLst/>
          </a:prstGeom>
        </p:spPr>
      </p:pic>
      <p:pic>
        <p:nvPicPr>
          <p:cNvPr id="10" name="Picture 9">
            <a:extLst>
              <a:ext uri="{FF2B5EF4-FFF2-40B4-BE49-F238E27FC236}">
                <a16:creationId xmlns:a16="http://schemas.microsoft.com/office/drawing/2014/main" id="{A25B9D3D-C254-FE4D-B97F-D0D03F4FA938}"/>
              </a:ext>
            </a:extLst>
          </p:cNvPr>
          <p:cNvPicPr>
            <a:picLocks noChangeAspect="1"/>
          </p:cNvPicPr>
          <p:nvPr/>
        </p:nvPicPr>
        <p:blipFill rotWithShape="1">
          <a:blip r:embed="rId3"/>
          <a:srcRect l="3874" t="49360" r="52758" b="42026"/>
          <a:stretch/>
        </p:blipFill>
        <p:spPr>
          <a:xfrm>
            <a:off x="203750" y="323389"/>
            <a:ext cx="2529741" cy="1336079"/>
          </a:xfrm>
          <a:prstGeom prst="rect">
            <a:avLst/>
          </a:prstGeom>
        </p:spPr>
      </p:pic>
      <p:sp>
        <p:nvSpPr>
          <p:cNvPr id="14" name="Rectangle 13">
            <a:extLst>
              <a:ext uri="{FF2B5EF4-FFF2-40B4-BE49-F238E27FC236}">
                <a16:creationId xmlns:a16="http://schemas.microsoft.com/office/drawing/2014/main" id="{CF0FB895-CEDF-407A-8EBB-D14839C388BA}"/>
              </a:ext>
            </a:extLst>
          </p:cNvPr>
          <p:cNvSpPr/>
          <p:nvPr/>
        </p:nvSpPr>
        <p:spPr>
          <a:xfrm>
            <a:off x="6215605" y="6445668"/>
            <a:ext cx="2607695" cy="412333"/>
          </a:xfrm>
          <a:prstGeom prst="rect">
            <a:avLst/>
          </a:prstGeom>
          <a:solidFill>
            <a:srgbClr val="E7E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542035372"/>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ody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322711" y="449928"/>
            <a:ext cx="7265816"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79226" t="68124" r="1" b="10595"/>
          <a:stretch/>
        </p:blipFill>
        <p:spPr>
          <a:xfrm>
            <a:off x="7695467" y="211344"/>
            <a:ext cx="1211729" cy="3300759"/>
          </a:xfrm>
          <a:prstGeom prst="rect">
            <a:avLst/>
          </a:prstGeom>
        </p:spPr>
      </p:pic>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3"/>
          <a:stretch>
            <a:fillRect/>
          </a:stretch>
        </p:blipFill>
        <p:spPr>
          <a:xfrm>
            <a:off x="8164886" y="6104792"/>
            <a:ext cx="742310" cy="480318"/>
          </a:xfrm>
          <a:prstGeom prst="rect">
            <a:avLst/>
          </a:prstGeom>
          <a:ln w="6350">
            <a:noFill/>
          </a:ln>
        </p:spPr>
      </p:pic>
      <p:sp>
        <p:nvSpPr>
          <p:cNvPr id="12" name="Subtitle 2">
            <a:extLst>
              <a:ext uri="{FF2B5EF4-FFF2-40B4-BE49-F238E27FC236}">
                <a16:creationId xmlns:a16="http://schemas.microsoft.com/office/drawing/2014/main" id="{4611B57F-60E4-BF40-AC95-C9DB86A26E2D}"/>
              </a:ext>
            </a:extLst>
          </p:cNvPr>
          <p:cNvSpPr>
            <a:spLocks noGrp="1"/>
          </p:cNvSpPr>
          <p:nvPr>
            <p:ph type="subTitle" idx="1" hasCustomPrompt="1"/>
          </p:nvPr>
        </p:nvSpPr>
        <p:spPr>
          <a:xfrm>
            <a:off x="322710" y="2247151"/>
            <a:ext cx="7265816"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body copy</a:t>
            </a:r>
          </a:p>
        </p:txBody>
      </p:sp>
      <p:sp>
        <p:nvSpPr>
          <p:cNvPr id="5" name="Text Placeholder 4">
            <a:extLst>
              <a:ext uri="{FF2B5EF4-FFF2-40B4-BE49-F238E27FC236}">
                <a16:creationId xmlns:a16="http://schemas.microsoft.com/office/drawing/2014/main" id="{9241AB50-6DF5-0046-88B5-CCF309E40D51}"/>
              </a:ext>
            </a:extLst>
          </p:cNvPr>
          <p:cNvSpPr>
            <a:spLocks noGrp="1"/>
          </p:cNvSpPr>
          <p:nvPr>
            <p:ph type="body" sz="quarter" idx="10" hasCustomPrompt="1"/>
          </p:nvPr>
        </p:nvSpPr>
        <p:spPr>
          <a:xfrm>
            <a:off x="322710" y="1508852"/>
            <a:ext cx="726581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8" name="Text Placeholder 7">
            <a:extLst>
              <a:ext uri="{FF2B5EF4-FFF2-40B4-BE49-F238E27FC236}">
                <a16:creationId xmlns:a16="http://schemas.microsoft.com/office/drawing/2014/main" id="{D59D4BD1-E32E-4B45-9EE2-0025BDBB56AB}"/>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Tree>
    <p:extLst>
      <p:ext uri="{BB962C8B-B14F-4D97-AF65-F5344CB8AC3E}">
        <p14:creationId xmlns:p14="http://schemas.microsoft.com/office/powerpoint/2010/main" val="587770296"/>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Body slide one imag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143AD1-9D72-DE4B-8F1E-2D6B178E53FC}"/>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pic>
        <p:nvPicPr>
          <p:cNvPr id="9" name="Picture 8">
            <a:extLst>
              <a:ext uri="{FF2B5EF4-FFF2-40B4-BE49-F238E27FC236}">
                <a16:creationId xmlns:a16="http://schemas.microsoft.com/office/drawing/2014/main" id="{492117D9-7D31-CF43-ADFD-F98B62BD9934}"/>
              </a:ext>
            </a:extLst>
          </p:cNvPr>
          <p:cNvPicPr>
            <a:picLocks noChangeAspect="1"/>
          </p:cNvPicPr>
          <p:nvPr/>
        </p:nvPicPr>
        <p:blipFill rotWithShape="1">
          <a:blip r:embed="rId3"/>
          <a:srcRect l="47527" t="78481" r="2" b="14827"/>
          <a:stretch/>
        </p:blipFill>
        <p:spPr>
          <a:xfrm>
            <a:off x="5762501" y="4840357"/>
            <a:ext cx="3060800" cy="1037930"/>
          </a:xfrm>
          <a:prstGeom prst="rect">
            <a:avLst/>
          </a:prstGeom>
        </p:spPr>
      </p:pic>
      <p:sp>
        <p:nvSpPr>
          <p:cNvPr id="10" name="Title 1">
            <a:extLst>
              <a:ext uri="{FF2B5EF4-FFF2-40B4-BE49-F238E27FC236}">
                <a16:creationId xmlns:a16="http://schemas.microsoft.com/office/drawing/2014/main" id="{6086E4EA-34C8-E244-8CAB-C02FEF4020AE}"/>
              </a:ext>
            </a:extLst>
          </p:cNvPr>
          <p:cNvSpPr>
            <a:spLocks noGrp="1"/>
          </p:cNvSpPr>
          <p:nvPr>
            <p:ph type="ctrTitle" hasCustomPrompt="1"/>
          </p:nvPr>
        </p:nvSpPr>
        <p:spPr>
          <a:xfrm>
            <a:off x="322711" y="449928"/>
            <a:ext cx="5178599"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13" name="Subtitle 2">
            <a:extLst>
              <a:ext uri="{FF2B5EF4-FFF2-40B4-BE49-F238E27FC236}">
                <a16:creationId xmlns:a16="http://schemas.microsoft.com/office/drawing/2014/main" id="{1AE31527-290E-A24C-AA95-FA74345F0FD2}"/>
              </a:ext>
            </a:extLst>
          </p:cNvPr>
          <p:cNvSpPr>
            <a:spLocks noGrp="1"/>
          </p:cNvSpPr>
          <p:nvPr>
            <p:ph type="subTitle" idx="1" hasCustomPrompt="1"/>
          </p:nvPr>
        </p:nvSpPr>
        <p:spPr>
          <a:xfrm>
            <a:off x="322710" y="2247151"/>
            <a:ext cx="5178599"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body copy</a:t>
            </a:r>
          </a:p>
        </p:txBody>
      </p:sp>
      <p:sp>
        <p:nvSpPr>
          <p:cNvPr id="14" name="Text Placeholder 4">
            <a:extLst>
              <a:ext uri="{FF2B5EF4-FFF2-40B4-BE49-F238E27FC236}">
                <a16:creationId xmlns:a16="http://schemas.microsoft.com/office/drawing/2014/main" id="{E259A720-FEE8-5141-B4A1-A0D410B4C308}"/>
              </a:ext>
            </a:extLst>
          </p:cNvPr>
          <p:cNvSpPr>
            <a:spLocks noGrp="1"/>
          </p:cNvSpPr>
          <p:nvPr>
            <p:ph type="body" sz="quarter" idx="10" hasCustomPrompt="1"/>
          </p:nvPr>
        </p:nvSpPr>
        <p:spPr>
          <a:xfrm>
            <a:off x="322710" y="1508852"/>
            <a:ext cx="5178599"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15" name="Text Placeholder 7">
            <a:extLst>
              <a:ext uri="{FF2B5EF4-FFF2-40B4-BE49-F238E27FC236}">
                <a16:creationId xmlns:a16="http://schemas.microsoft.com/office/drawing/2014/main" id="{198469BC-0212-0841-B9E2-4583B2ABE91D}"/>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16" name="Picture Placeholder 2">
            <a:extLst>
              <a:ext uri="{FF2B5EF4-FFF2-40B4-BE49-F238E27FC236}">
                <a16:creationId xmlns:a16="http://schemas.microsoft.com/office/drawing/2014/main" id="{04CD2C42-FE07-4F3E-B6EF-9DF80CF9FEA7}"/>
              </a:ext>
            </a:extLst>
          </p:cNvPr>
          <p:cNvSpPr>
            <a:spLocks noGrp="1"/>
          </p:cNvSpPr>
          <p:nvPr>
            <p:ph type="pic" sz="quarter" idx="12" hasCustomPrompt="1"/>
          </p:nvPr>
        </p:nvSpPr>
        <p:spPr>
          <a:xfrm>
            <a:off x="5906691" y="449263"/>
            <a:ext cx="3237309" cy="4273550"/>
          </a:xfrm>
          <a:prstGeom prst="rect">
            <a:avLst/>
          </a:prstGeom>
        </p:spPr>
        <p:txBody>
          <a:bodyPr/>
          <a:lstStyle>
            <a:lvl1pPr marL="0" indent="0">
              <a:buNone/>
              <a:defRPr sz="1050"/>
            </a:lvl1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icon to add image</a:t>
            </a:r>
          </a:p>
        </p:txBody>
      </p:sp>
    </p:spTree>
    <p:extLst>
      <p:ext uri="{BB962C8B-B14F-4D97-AF65-F5344CB8AC3E}">
        <p14:creationId xmlns:p14="http://schemas.microsoft.com/office/powerpoint/2010/main" val="1628794908"/>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dy slide with tabl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143AD1-9D72-DE4B-8F1E-2D6B178E53FC}"/>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pic>
        <p:nvPicPr>
          <p:cNvPr id="13" name="Picture 12">
            <a:extLst>
              <a:ext uri="{FF2B5EF4-FFF2-40B4-BE49-F238E27FC236}">
                <a16:creationId xmlns:a16="http://schemas.microsoft.com/office/drawing/2014/main" id="{47FA5ACD-3A97-B149-B36C-5AA415250D9B}"/>
              </a:ext>
            </a:extLst>
          </p:cNvPr>
          <p:cNvPicPr>
            <a:picLocks noChangeAspect="1"/>
          </p:cNvPicPr>
          <p:nvPr/>
        </p:nvPicPr>
        <p:blipFill rotWithShape="1">
          <a:blip r:embed="rId3"/>
          <a:srcRect l="79226" t="68124" r="-962" b="10595"/>
          <a:stretch/>
        </p:blipFill>
        <p:spPr>
          <a:xfrm>
            <a:off x="7695467" y="211344"/>
            <a:ext cx="1267939" cy="3300759"/>
          </a:xfrm>
          <a:prstGeom prst="rect">
            <a:avLst/>
          </a:prstGeom>
        </p:spPr>
      </p:pic>
      <p:sp>
        <p:nvSpPr>
          <p:cNvPr id="11" name="Title 1">
            <a:extLst>
              <a:ext uri="{FF2B5EF4-FFF2-40B4-BE49-F238E27FC236}">
                <a16:creationId xmlns:a16="http://schemas.microsoft.com/office/drawing/2014/main" id="{1E6306D7-3A2F-F940-9F7B-15EB392CABC8}"/>
              </a:ext>
            </a:extLst>
          </p:cNvPr>
          <p:cNvSpPr>
            <a:spLocks noGrp="1"/>
          </p:cNvSpPr>
          <p:nvPr>
            <p:ph type="ctrTitle" hasCustomPrompt="1"/>
          </p:nvPr>
        </p:nvSpPr>
        <p:spPr>
          <a:xfrm>
            <a:off x="322711" y="449928"/>
            <a:ext cx="7265816"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14" name="Subtitle 2">
            <a:extLst>
              <a:ext uri="{FF2B5EF4-FFF2-40B4-BE49-F238E27FC236}">
                <a16:creationId xmlns:a16="http://schemas.microsoft.com/office/drawing/2014/main" id="{8DCA242E-7F41-D547-A34B-ECAD02B74087}"/>
              </a:ext>
            </a:extLst>
          </p:cNvPr>
          <p:cNvSpPr>
            <a:spLocks noGrp="1"/>
          </p:cNvSpPr>
          <p:nvPr>
            <p:ph type="subTitle" idx="1" hasCustomPrompt="1"/>
          </p:nvPr>
        </p:nvSpPr>
        <p:spPr>
          <a:xfrm>
            <a:off x="322710" y="2247150"/>
            <a:ext cx="7265816"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dirty="0"/>
              <a:t>You may add some body text to explain your table.</a:t>
            </a:r>
          </a:p>
        </p:txBody>
      </p:sp>
      <p:sp>
        <p:nvSpPr>
          <p:cNvPr id="15" name="Text Placeholder 4">
            <a:extLst>
              <a:ext uri="{FF2B5EF4-FFF2-40B4-BE49-F238E27FC236}">
                <a16:creationId xmlns:a16="http://schemas.microsoft.com/office/drawing/2014/main" id="{9E5544B2-7476-044A-821A-71516FF0BD77}"/>
              </a:ext>
            </a:extLst>
          </p:cNvPr>
          <p:cNvSpPr>
            <a:spLocks noGrp="1"/>
          </p:cNvSpPr>
          <p:nvPr>
            <p:ph type="body" sz="quarter" idx="10" hasCustomPrompt="1"/>
          </p:nvPr>
        </p:nvSpPr>
        <p:spPr>
          <a:xfrm>
            <a:off x="322710" y="1508852"/>
            <a:ext cx="726581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16" name="Text Placeholder 7">
            <a:extLst>
              <a:ext uri="{FF2B5EF4-FFF2-40B4-BE49-F238E27FC236}">
                <a16:creationId xmlns:a16="http://schemas.microsoft.com/office/drawing/2014/main" id="{5BA71D75-C832-624C-ADF5-2477EC2446C8}"/>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5" name="Table Placeholder 4">
            <a:extLst>
              <a:ext uri="{FF2B5EF4-FFF2-40B4-BE49-F238E27FC236}">
                <a16:creationId xmlns:a16="http://schemas.microsoft.com/office/drawing/2014/main" id="{8E0CB9A1-AA5A-1F45-81B8-6B21FDF845C8}"/>
              </a:ext>
            </a:extLst>
          </p:cNvPr>
          <p:cNvSpPr>
            <a:spLocks noGrp="1"/>
          </p:cNvSpPr>
          <p:nvPr>
            <p:ph type="tbl" sz="quarter" idx="12"/>
          </p:nvPr>
        </p:nvSpPr>
        <p:spPr>
          <a:xfrm>
            <a:off x="322711" y="3039762"/>
            <a:ext cx="7265816" cy="2309386"/>
          </a:xfrm>
          <a:prstGeom prst="rect">
            <a:avLst/>
          </a:prstGeom>
          <a:noFill/>
        </p:spPr>
        <p:txBody>
          <a:bodyPr/>
          <a:lstStyle>
            <a:lvl1pPr>
              <a:defRPr sz="1050"/>
            </a:lvl1pPr>
          </a:lstStyle>
          <a:p>
            <a:r>
              <a:rPr lang="en-GB"/>
              <a:t>Click icon to add table</a:t>
            </a:r>
            <a:endParaRPr lang="en-US" dirty="0"/>
          </a:p>
        </p:txBody>
      </p:sp>
    </p:spTree>
    <p:extLst>
      <p:ext uri="{BB962C8B-B14F-4D97-AF65-F5344CB8AC3E}">
        <p14:creationId xmlns:p14="http://schemas.microsoft.com/office/powerpoint/2010/main" val="3336974137"/>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ample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0" y="1855804"/>
            <a:ext cx="4567343" cy="715581"/>
          </a:xfrm>
          <a:prstGeom prst="rect">
            <a:avLst/>
          </a:prstGeom>
        </p:spPr>
        <p:txBody>
          <a:bodyPr wrap="square" anchor="t" anchorCtr="0">
            <a:spAutoFit/>
          </a:bodyPr>
          <a:lstStyle>
            <a:lvl1pPr algn="l">
              <a:lnSpc>
                <a:spcPct val="100000"/>
              </a:lnSpc>
              <a:defRPr sz="4050" b="0" i="0" cap="none" baseline="0">
                <a:solidFill>
                  <a:srgbClr val="000000"/>
                </a:solidFill>
                <a:latin typeface="Barlow Light" pitchFamily="2" charset="77"/>
                <a:ea typeface="DIN 2014 Light" panose="020B0404020202020204" pitchFamily="34" charset="77"/>
              </a:defRPr>
            </a:lvl1pPr>
          </a:lstStyle>
          <a:p>
            <a:r>
              <a:rPr lang="en-US" dirty="0"/>
              <a:t>Swinburne life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0" y="2885431"/>
            <a:ext cx="4567343"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It’s what you make it</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748813"/>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Sam Sample</a:t>
            </a:r>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4076805"/>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23 April, 2021</a:t>
            </a:r>
          </a:p>
        </p:txBody>
      </p:sp>
      <p:pic>
        <p:nvPicPr>
          <p:cNvPr id="8" name="Picture 7">
            <a:extLst>
              <a:ext uri="{FF2B5EF4-FFF2-40B4-BE49-F238E27FC236}">
                <a16:creationId xmlns:a16="http://schemas.microsoft.com/office/drawing/2014/main" id="{2320B6F8-8E52-F940-BA78-A0A2B78F1B1F}"/>
              </a:ext>
            </a:extLst>
          </p:cNvPr>
          <p:cNvPicPr>
            <a:picLocks noChangeAspect="1"/>
          </p:cNvPicPr>
          <p:nvPr/>
        </p:nvPicPr>
        <p:blipFill rotWithShape="1">
          <a:blip r:embed="rId3"/>
          <a:srcRect l="32480" t="84250" r="-4719" b="9263"/>
          <a:stretch/>
        </p:blipFill>
        <p:spPr>
          <a:xfrm>
            <a:off x="4168440" y="5734878"/>
            <a:ext cx="4213781" cy="1006164"/>
          </a:xfrm>
          <a:prstGeom prst="rect">
            <a:avLst/>
          </a:prstGeom>
        </p:spPr>
      </p:pic>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pic>
        <p:nvPicPr>
          <p:cNvPr id="10" name="Picture 9">
            <a:extLst>
              <a:ext uri="{FF2B5EF4-FFF2-40B4-BE49-F238E27FC236}">
                <a16:creationId xmlns:a16="http://schemas.microsoft.com/office/drawing/2014/main" id="{591A2690-5A04-4048-8F01-F3EEC9A22C8F}"/>
              </a:ext>
            </a:extLst>
          </p:cNvPr>
          <p:cNvPicPr>
            <a:picLocks noChangeAspect="1"/>
          </p:cNvPicPr>
          <p:nvPr/>
        </p:nvPicPr>
        <p:blipFill rotWithShape="1">
          <a:blip r:embed="rId4"/>
          <a:srcRect l="22459" t="13219" r="23662" b="-264"/>
          <a:stretch/>
        </p:blipFill>
        <p:spPr>
          <a:xfrm>
            <a:off x="5170864" y="404039"/>
            <a:ext cx="3626051" cy="5198999"/>
          </a:xfrm>
          <a:prstGeom prst="rect">
            <a:avLst/>
          </a:prstGeom>
        </p:spPr>
      </p:pic>
      <p:pic>
        <p:nvPicPr>
          <p:cNvPr id="11" name="Picture 10">
            <a:extLst>
              <a:ext uri="{FF2B5EF4-FFF2-40B4-BE49-F238E27FC236}">
                <a16:creationId xmlns:a16="http://schemas.microsoft.com/office/drawing/2014/main" id="{81A8A8EC-9FB9-444F-A69E-63E5196ED0BD}"/>
              </a:ext>
            </a:extLst>
          </p:cNvPr>
          <p:cNvPicPr>
            <a:picLocks noChangeAspect="1"/>
          </p:cNvPicPr>
          <p:nvPr/>
        </p:nvPicPr>
        <p:blipFill rotWithShape="1">
          <a:blip r:embed="rId3"/>
          <a:srcRect l="32480" t="77968" r="52977" b="15545"/>
          <a:stretch/>
        </p:blipFill>
        <p:spPr>
          <a:xfrm>
            <a:off x="4168440" y="4760536"/>
            <a:ext cx="848337" cy="1006164"/>
          </a:xfrm>
          <a:prstGeom prst="rect">
            <a:avLst/>
          </a:prstGeom>
        </p:spPr>
      </p:pic>
    </p:spTree>
    <p:extLst>
      <p:ext uri="{BB962C8B-B14F-4D97-AF65-F5344CB8AC3E}">
        <p14:creationId xmlns:p14="http://schemas.microsoft.com/office/powerpoint/2010/main" val="3716476212"/>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with one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1" y="1869345"/>
            <a:ext cx="4213781"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1" y="2806064"/>
            <a:ext cx="4213781"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537942"/>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3865934"/>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8" name="Picture 7">
            <a:extLst>
              <a:ext uri="{FF2B5EF4-FFF2-40B4-BE49-F238E27FC236}">
                <a16:creationId xmlns:a16="http://schemas.microsoft.com/office/drawing/2014/main" id="{2320B6F8-8E52-F940-BA78-A0A2B78F1B1F}"/>
              </a:ext>
            </a:extLst>
          </p:cNvPr>
          <p:cNvPicPr>
            <a:picLocks noChangeAspect="1"/>
          </p:cNvPicPr>
          <p:nvPr/>
        </p:nvPicPr>
        <p:blipFill rotWithShape="1">
          <a:blip r:embed="rId3"/>
          <a:srcRect l="32480" t="77968" r="-4719" b="9263"/>
          <a:stretch/>
        </p:blipFill>
        <p:spPr>
          <a:xfrm>
            <a:off x="4168440" y="4760536"/>
            <a:ext cx="4213781" cy="1980506"/>
          </a:xfrm>
          <a:prstGeom prst="rect">
            <a:avLst/>
          </a:prstGeom>
        </p:spPr>
      </p:pic>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pic>
        <p:nvPicPr>
          <p:cNvPr id="10" name="Picture 9">
            <a:extLst>
              <a:ext uri="{FF2B5EF4-FFF2-40B4-BE49-F238E27FC236}">
                <a16:creationId xmlns:a16="http://schemas.microsoft.com/office/drawing/2014/main" id="{591A2690-5A04-4048-8F01-F3EEC9A22C8F}"/>
              </a:ext>
            </a:extLst>
          </p:cNvPr>
          <p:cNvPicPr>
            <a:picLocks noChangeAspect="1"/>
          </p:cNvPicPr>
          <p:nvPr/>
        </p:nvPicPr>
        <p:blipFill rotWithShape="1">
          <a:blip r:embed="rId4"/>
          <a:srcRect l="26846" t="13787" r="21181" b="2382"/>
          <a:stretch/>
        </p:blipFill>
        <p:spPr>
          <a:xfrm>
            <a:off x="5170864" y="404039"/>
            <a:ext cx="3626051" cy="5198999"/>
          </a:xfrm>
          <a:prstGeom prst="rect">
            <a:avLst/>
          </a:prstGeom>
        </p:spPr>
      </p:pic>
    </p:spTree>
    <p:extLst>
      <p:ext uri="{BB962C8B-B14F-4D97-AF65-F5344CB8AC3E}">
        <p14:creationId xmlns:p14="http://schemas.microsoft.com/office/powerpoint/2010/main" val="443917160"/>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slide with two imag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322710" y="1869345"/>
            <a:ext cx="4879573"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322710" y="2806064"/>
            <a:ext cx="4879573" cy="361637"/>
          </a:xfrm>
          <a:prstGeom prst="rect">
            <a:avLst/>
          </a:prstGeom>
        </p:spPr>
        <p:txBody>
          <a:bodyPr wrap="square" anchor="t" anchorCtr="0">
            <a:spAutoFit/>
          </a:bodyPr>
          <a:lstStyle>
            <a:lvl1pPr marL="0" indent="0" algn="l">
              <a:lnSpc>
                <a:spcPts val="2145"/>
              </a:lnSpc>
              <a:spcAft>
                <a:spcPts val="0"/>
              </a:spcAft>
              <a:buNone/>
              <a:defRPr sz="1800" b="0" i="0" cap="none" baseline="0">
                <a:solidFill>
                  <a:srgbClr val="000000"/>
                </a:solidFill>
                <a:latin typeface="Barlow Light" pitchFamily="2" charset="77"/>
                <a:ea typeface="DIN 2014 Light" panose="020B0404020202020204" pitchFamily="34" charset="77"/>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322711" y="3537942"/>
            <a:ext cx="2623361" cy="284578"/>
          </a:xfrm>
          <a:prstGeom prst="rect">
            <a:avLst/>
          </a:prstGeom>
        </p:spPr>
        <p:txBody>
          <a:bodyPr>
            <a:normAutofit/>
          </a:bodyPr>
          <a:lstStyle>
            <a:lvl1pPr marL="0" indent="0" algn="l">
              <a:buFontTx/>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322711" y="3865934"/>
            <a:ext cx="2623361" cy="284578"/>
          </a:xfrm>
          <a:prstGeom prst="rect">
            <a:avLst/>
          </a:prstGeom>
        </p:spPr>
        <p:txBody>
          <a:bodyPr>
            <a:normAutofit/>
          </a:bodyPr>
          <a:lstStyle>
            <a:lvl1pPr marL="0" indent="0" algn="l">
              <a:buFontTx/>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98983" y="323389"/>
            <a:ext cx="2085680" cy="812754"/>
          </a:xfrm>
          <a:prstGeom prst="rect">
            <a:avLst/>
          </a:prstGeom>
        </p:spPr>
      </p:pic>
      <p:pic>
        <p:nvPicPr>
          <p:cNvPr id="16" name="Picture 15">
            <a:extLst>
              <a:ext uri="{FF2B5EF4-FFF2-40B4-BE49-F238E27FC236}">
                <a16:creationId xmlns:a16="http://schemas.microsoft.com/office/drawing/2014/main" id="{71B7D4E7-3C73-7A4A-946D-63804544EC4C}"/>
              </a:ext>
            </a:extLst>
          </p:cNvPr>
          <p:cNvPicPr>
            <a:picLocks noChangeAspect="1"/>
          </p:cNvPicPr>
          <p:nvPr/>
        </p:nvPicPr>
        <p:blipFill rotWithShape="1">
          <a:blip r:embed="rId3"/>
          <a:srcRect l="52634" t="78297" r="1" b="10595"/>
          <a:stretch/>
        </p:blipFill>
        <p:spPr>
          <a:xfrm>
            <a:off x="6060385" y="4811775"/>
            <a:ext cx="2762916" cy="1722838"/>
          </a:xfrm>
          <a:prstGeom prst="rect">
            <a:avLst/>
          </a:prstGeom>
        </p:spPr>
      </p:pic>
      <p:pic>
        <p:nvPicPr>
          <p:cNvPr id="15" name="Picture 14">
            <a:extLst>
              <a:ext uri="{FF2B5EF4-FFF2-40B4-BE49-F238E27FC236}">
                <a16:creationId xmlns:a16="http://schemas.microsoft.com/office/drawing/2014/main" id="{0E56A9A7-BA5D-8F4F-87A5-52E81EF79B6E}"/>
              </a:ext>
            </a:extLst>
          </p:cNvPr>
          <p:cNvPicPr>
            <a:picLocks noChangeAspect="1"/>
          </p:cNvPicPr>
          <p:nvPr/>
        </p:nvPicPr>
        <p:blipFill rotWithShape="1">
          <a:blip r:embed="rId4"/>
          <a:srcRect l="7971" t="4838" r="27910"/>
          <a:stretch/>
        </p:blipFill>
        <p:spPr>
          <a:xfrm>
            <a:off x="5907011" y="452487"/>
            <a:ext cx="3236989" cy="4270342"/>
          </a:xfrm>
          <a:prstGeom prst="rect">
            <a:avLst/>
          </a:prstGeom>
        </p:spPr>
      </p:pic>
      <p:pic>
        <p:nvPicPr>
          <p:cNvPr id="14" name="Picture 13">
            <a:extLst>
              <a:ext uri="{FF2B5EF4-FFF2-40B4-BE49-F238E27FC236}">
                <a16:creationId xmlns:a16="http://schemas.microsoft.com/office/drawing/2014/main" id="{56A55381-D824-1843-9E81-B6C7DD276103}"/>
              </a:ext>
            </a:extLst>
          </p:cNvPr>
          <p:cNvPicPr>
            <a:picLocks noChangeAspect="1"/>
          </p:cNvPicPr>
          <p:nvPr/>
        </p:nvPicPr>
        <p:blipFill>
          <a:blip r:embed="rId5"/>
          <a:srcRect l="5833" r="5833"/>
          <a:stretch/>
        </p:blipFill>
        <p:spPr>
          <a:xfrm>
            <a:off x="4291848" y="4722829"/>
            <a:ext cx="1615163" cy="1722838"/>
          </a:xfrm>
          <a:prstGeom prst="rect">
            <a:avLst/>
          </a:prstGeom>
        </p:spPr>
      </p:pic>
      <p:pic>
        <p:nvPicPr>
          <p:cNvPr id="11" name="Picture 10">
            <a:extLst>
              <a:ext uri="{FF2B5EF4-FFF2-40B4-BE49-F238E27FC236}">
                <a16:creationId xmlns:a16="http://schemas.microsoft.com/office/drawing/2014/main" id="{4E0CDDDD-6F87-BF44-8B03-FC4E347C60AE}"/>
              </a:ext>
            </a:extLst>
          </p:cNvPr>
          <p:cNvPicPr>
            <a:picLocks noChangeAspect="1"/>
          </p:cNvPicPr>
          <p:nvPr/>
        </p:nvPicPr>
        <p:blipFill rotWithShape="1">
          <a:blip r:embed="rId3"/>
          <a:srcRect l="37923" t="71919" r="51711" b="23057"/>
          <a:stretch/>
        </p:blipFill>
        <p:spPr>
          <a:xfrm>
            <a:off x="5202283" y="3822521"/>
            <a:ext cx="604655" cy="779297"/>
          </a:xfrm>
          <a:prstGeom prst="rect">
            <a:avLst/>
          </a:prstGeom>
        </p:spPr>
      </p:pic>
    </p:spTree>
    <p:extLst>
      <p:ext uri="{BB962C8B-B14F-4D97-AF65-F5344CB8AC3E}">
        <p14:creationId xmlns:p14="http://schemas.microsoft.com/office/powerpoint/2010/main" val="669598686"/>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ample_Section 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A883F-D7EF-994A-8C0A-250C680E9DAC}"/>
              </a:ext>
            </a:extLst>
          </p:cNvPr>
          <p:cNvPicPr>
            <a:picLocks noChangeAspect="1"/>
          </p:cNvPicPr>
          <p:nvPr/>
        </p:nvPicPr>
        <p:blipFill>
          <a:blip r:embed="rId2"/>
          <a:stretch>
            <a:fillRect/>
          </a:stretch>
        </p:blipFill>
        <p:spPr>
          <a:xfrm>
            <a:off x="367291" y="5565273"/>
            <a:ext cx="1360610" cy="880395"/>
          </a:xfrm>
          <a:prstGeom prst="rect">
            <a:avLst/>
          </a:prstGeom>
          <a:ln w="6350">
            <a:noFill/>
          </a:ln>
        </p:spPr>
      </p:pic>
      <p:sp>
        <p:nvSpPr>
          <p:cNvPr id="4" name="Title 1">
            <a:extLst>
              <a:ext uri="{FF2B5EF4-FFF2-40B4-BE49-F238E27FC236}">
                <a16:creationId xmlns:a16="http://schemas.microsoft.com/office/drawing/2014/main" id="{7C9E8C4A-1C6F-0847-BF94-B8F6F086A0C5}"/>
              </a:ext>
            </a:extLst>
          </p:cNvPr>
          <p:cNvSpPr>
            <a:spLocks noGrp="1"/>
          </p:cNvSpPr>
          <p:nvPr>
            <p:ph type="ctrTitle" hasCustomPrompt="1"/>
          </p:nvPr>
        </p:nvSpPr>
        <p:spPr>
          <a:xfrm>
            <a:off x="322710" y="1869346"/>
            <a:ext cx="5753797" cy="1338828"/>
          </a:xfrm>
          <a:prstGeom prst="rect">
            <a:avLst/>
          </a:prstGeom>
        </p:spPr>
        <p:txBody>
          <a:bodyPr wrap="square" anchor="t" anchorCtr="0">
            <a:spAutoFit/>
          </a:bodyPr>
          <a:lstStyle>
            <a:lvl1pPr algn="l">
              <a:lnSpc>
                <a:spcPct val="100000"/>
              </a:lnSpc>
              <a:defRPr sz="4050" b="0" i="0" cap="none" baseline="0">
                <a:solidFill>
                  <a:srgbClr val="000000"/>
                </a:solidFill>
                <a:latin typeface="Barlow Light" pitchFamily="2" charset="77"/>
                <a:ea typeface="DIN 2014 Light" panose="020B0404020202020204" pitchFamily="34" charset="77"/>
              </a:defRPr>
            </a:lvl1pPr>
          </a:lstStyle>
          <a:p>
            <a:r>
              <a:rPr lang="en-US" dirty="0"/>
              <a:t>Facilities </a:t>
            </a:r>
            <a:br>
              <a:rPr lang="en-US" dirty="0"/>
            </a:br>
            <a:r>
              <a:rPr lang="en-US" dirty="0"/>
              <a:t>and services</a:t>
            </a:r>
          </a:p>
        </p:txBody>
      </p:sp>
      <p:pic>
        <p:nvPicPr>
          <p:cNvPr id="9" name="Picture 8">
            <a:extLst>
              <a:ext uri="{FF2B5EF4-FFF2-40B4-BE49-F238E27FC236}">
                <a16:creationId xmlns:a16="http://schemas.microsoft.com/office/drawing/2014/main" id="{96CB0E58-519D-1C4A-9758-18D74E94D9C4}"/>
              </a:ext>
            </a:extLst>
          </p:cNvPr>
          <p:cNvPicPr>
            <a:picLocks noChangeAspect="1"/>
          </p:cNvPicPr>
          <p:nvPr/>
        </p:nvPicPr>
        <p:blipFill rotWithShape="1">
          <a:blip r:embed="rId3"/>
          <a:srcRect l="52909" t="68124" r="2" b="12204"/>
          <a:stretch/>
        </p:blipFill>
        <p:spPr>
          <a:xfrm>
            <a:off x="6076507" y="3233855"/>
            <a:ext cx="2746793" cy="3051199"/>
          </a:xfrm>
          <a:prstGeom prst="rect">
            <a:avLst/>
          </a:prstGeom>
        </p:spPr>
      </p:pic>
      <p:pic>
        <p:nvPicPr>
          <p:cNvPr id="10" name="Picture 9">
            <a:extLst>
              <a:ext uri="{FF2B5EF4-FFF2-40B4-BE49-F238E27FC236}">
                <a16:creationId xmlns:a16="http://schemas.microsoft.com/office/drawing/2014/main" id="{A25B9D3D-C254-FE4D-B97F-D0D03F4FA938}"/>
              </a:ext>
            </a:extLst>
          </p:cNvPr>
          <p:cNvPicPr>
            <a:picLocks noChangeAspect="1"/>
          </p:cNvPicPr>
          <p:nvPr/>
        </p:nvPicPr>
        <p:blipFill rotWithShape="1">
          <a:blip r:embed="rId3"/>
          <a:srcRect l="3874" t="49360" r="52758" b="42026"/>
          <a:stretch/>
        </p:blipFill>
        <p:spPr>
          <a:xfrm>
            <a:off x="203750" y="323389"/>
            <a:ext cx="2529741" cy="1336079"/>
          </a:xfrm>
          <a:prstGeom prst="rect">
            <a:avLst/>
          </a:prstGeom>
        </p:spPr>
      </p:pic>
      <p:sp>
        <p:nvSpPr>
          <p:cNvPr id="14" name="Rectangle 13">
            <a:extLst>
              <a:ext uri="{FF2B5EF4-FFF2-40B4-BE49-F238E27FC236}">
                <a16:creationId xmlns:a16="http://schemas.microsoft.com/office/drawing/2014/main" id="{853D571E-6C6A-4798-9A60-604AE949FEB4}"/>
              </a:ext>
            </a:extLst>
          </p:cNvPr>
          <p:cNvSpPr/>
          <p:nvPr/>
        </p:nvSpPr>
        <p:spPr>
          <a:xfrm>
            <a:off x="6215605" y="6445668"/>
            <a:ext cx="2607695" cy="412333"/>
          </a:xfrm>
          <a:prstGeom prst="rect">
            <a:avLst/>
          </a:prstGeom>
          <a:solidFill>
            <a:srgbClr val="E7E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3107796721"/>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ample_Body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322710" y="449927"/>
            <a:ext cx="7265816" cy="830997"/>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Swinburne empowers you to </a:t>
            </a:r>
            <a:br>
              <a:rPr lang="en-US" dirty="0"/>
            </a:br>
            <a:r>
              <a:rPr lang="en-US" dirty="0"/>
              <a:t>make the most of your experience</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79226" t="68124" r="1" b="10595"/>
          <a:stretch/>
        </p:blipFill>
        <p:spPr>
          <a:xfrm>
            <a:off x="7695467" y="211344"/>
            <a:ext cx="1211729" cy="3300759"/>
          </a:xfrm>
          <a:prstGeom prst="rect">
            <a:avLst/>
          </a:prstGeom>
        </p:spPr>
      </p:pic>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3"/>
          <a:stretch>
            <a:fillRect/>
          </a:stretch>
        </p:blipFill>
        <p:spPr>
          <a:xfrm>
            <a:off x="8164886" y="6104792"/>
            <a:ext cx="742310" cy="480318"/>
          </a:xfrm>
          <a:prstGeom prst="rect">
            <a:avLst/>
          </a:prstGeom>
          <a:ln w="6350">
            <a:noFill/>
          </a:ln>
        </p:spPr>
      </p:pic>
      <p:sp>
        <p:nvSpPr>
          <p:cNvPr id="8" name="Text Placeholder 4">
            <a:extLst>
              <a:ext uri="{FF2B5EF4-FFF2-40B4-BE49-F238E27FC236}">
                <a16:creationId xmlns:a16="http://schemas.microsoft.com/office/drawing/2014/main" id="{611E3A5E-99C3-A248-9BD6-51A7C5B92960}"/>
              </a:ext>
            </a:extLst>
          </p:cNvPr>
          <p:cNvSpPr>
            <a:spLocks noGrp="1"/>
          </p:cNvSpPr>
          <p:nvPr>
            <p:ph type="body" sz="quarter" idx="10" hasCustomPrompt="1"/>
          </p:nvPr>
        </p:nvSpPr>
        <p:spPr>
          <a:xfrm>
            <a:off x="322710" y="1832145"/>
            <a:ext cx="726581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Swinburne has a wide range of facilities and support services</a:t>
            </a:r>
          </a:p>
        </p:txBody>
      </p:sp>
      <p:sp>
        <p:nvSpPr>
          <p:cNvPr id="17" name="Text Placeholder 7">
            <a:extLst>
              <a:ext uri="{FF2B5EF4-FFF2-40B4-BE49-F238E27FC236}">
                <a16:creationId xmlns:a16="http://schemas.microsoft.com/office/drawing/2014/main" id="{8BF6AA28-ECBB-4880-813D-2B3B6BEC86C2}"/>
              </a:ext>
            </a:extLst>
          </p:cNvPr>
          <p:cNvSpPr>
            <a:spLocks noGrp="1"/>
          </p:cNvSpPr>
          <p:nvPr>
            <p:ph type="body" sz="quarter" idx="12"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18" name="Subtitle 2">
            <a:extLst>
              <a:ext uri="{FF2B5EF4-FFF2-40B4-BE49-F238E27FC236}">
                <a16:creationId xmlns:a16="http://schemas.microsoft.com/office/drawing/2014/main" id="{8FCFC9AE-857A-4CF3-B511-2C7E86276E20}"/>
              </a:ext>
            </a:extLst>
          </p:cNvPr>
          <p:cNvSpPr>
            <a:spLocks noGrp="1"/>
          </p:cNvSpPr>
          <p:nvPr>
            <p:ph type="subTitle" idx="1" hasCustomPrompt="1"/>
          </p:nvPr>
        </p:nvSpPr>
        <p:spPr>
          <a:xfrm>
            <a:off x="322710" y="2416970"/>
            <a:ext cx="5178599"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body copy</a:t>
            </a:r>
          </a:p>
        </p:txBody>
      </p:sp>
    </p:spTree>
    <p:extLst>
      <p:ext uri="{BB962C8B-B14F-4D97-AF65-F5344CB8AC3E}">
        <p14:creationId xmlns:p14="http://schemas.microsoft.com/office/powerpoint/2010/main" val="3106472045"/>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ample_Body slide with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322710" y="449928"/>
            <a:ext cx="5364646"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Safety on campus</a:t>
            </a:r>
          </a:p>
        </p:txBody>
      </p:sp>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pic>
        <p:nvPicPr>
          <p:cNvPr id="8" name="Picture 7">
            <a:extLst>
              <a:ext uri="{FF2B5EF4-FFF2-40B4-BE49-F238E27FC236}">
                <a16:creationId xmlns:a16="http://schemas.microsoft.com/office/drawing/2014/main" id="{2896A50B-0CED-5E4D-BA45-B1ED01FB78F2}"/>
              </a:ext>
            </a:extLst>
          </p:cNvPr>
          <p:cNvPicPr>
            <a:picLocks noChangeAspect="1"/>
          </p:cNvPicPr>
          <p:nvPr/>
        </p:nvPicPr>
        <p:blipFill rotWithShape="1">
          <a:blip r:embed="rId3"/>
          <a:srcRect l="47527" t="78866" r="2" b="14827"/>
          <a:stretch/>
        </p:blipFill>
        <p:spPr>
          <a:xfrm>
            <a:off x="5762501" y="4899991"/>
            <a:ext cx="3060800" cy="978296"/>
          </a:xfrm>
          <a:prstGeom prst="rect">
            <a:avLst/>
          </a:prstGeom>
        </p:spPr>
      </p:pic>
      <p:sp>
        <p:nvSpPr>
          <p:cNvPr id="13" name="Text Placeholder 4">
            <a:extLst>
              <a:ext uri="{FF2B5EF4-FFF2-40B4-BE49-F238E27FC236}">
                <a16:creationId xmlns:a16="http://schemas.microsoft.com/office/drawing/2014/main" id="{7A92E0E6-1027-8048-A325-503E10C0E9A8}"/>
              </a:ext>
            </a:extLst>
          </p:cNvPr>
          <p:cNvSpPr>
            <a:spLocks noGrp="1"/>
          </p:cNvSpPr>
          <p:nvPr>
            <p:ph type="body" sz="quarter" idx="10" hasCustomPrompt="1"/>
          </p:nvPr>
        </p:nvSpPr>
        <p:spPr>
          <a:xfrm>
            <a:off x="322710" y="1508852"/>
            <a:ext cx="536464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Swinburne takes safety and security very seriously.</a:t>
            </a:r>
          </a:p>
        </p:txBody>
      </p:sp>
      <p:sp>
        <p:nvSpPr>
          <p:cNvPr id="18" name="Text Placeholder 7">
            <a:extLst>
              <a:ext uri="{FF2B5EF4-FFF2-40B4-BE49-F238E27FC236}">
                <a16:creationId xmlns:a16="http://schemas.microsoft.com/office/drawing/2014/main" id="{529465B6-EAD9-4F8E-A664-BA0A0BD52FD4}"/>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pic>
        <p:nvPicPr>
          <p:cNvPr id="19" name="Picture 18">
            <a:extLst>
              <a:ext uri="{FF2B5EF4-FFF2-40B4-BE49-F238E27FC236}">
                <a16:creationId xmlns:a16="http://schemas.microsoft.com/office/drawing/2014/main" id="{E2D844A4-A477-478A-B06A-5DDB45441EBD}"/>
              </a:ext>
            </a:extLst>
          </p:cNvPr>
          <p:cNvPicPr>
            <a:picLocks noChangeAspect="1"/>
          </p:cNvPicPr>
          <p:nvPr/>
        </p:nvPicPr>
        <p:blipFill rotWithShape="1">
          <a:blip r:embed="rId4"/>
          <a:srcRect l="9966" t="12338" r="26401" b="3540"/>
          <a:stretch/>
        </p:blipFill>
        <p:spPr>
          <a:xfrm>
            <a:off x="5907012" y="449927"/>
            <a:ext cx="3236989" cy="4270342"/>
          </a:xfrm>
          <a:prstGeom prst="rect">
            <a:avLst/>
          </a:prstGeom>
        </p:spPr>
      </p:pic>
      <p:sp>
        <p:nvSpPr>
          <p:cNvPr id="20" name="Subtitle 2">
            <a:extLst>
              <a:ext uri="{FF2B5EF4-FFF2-40B4-BE49-F238E27FC236}">
                <a16:creationId xmlns:a16="http://schemas.microsoft.com/office/drawing/2014/main" id="{E117F348-3FC8-42E6-B117-DD3752D14939}"/>
              </a:ext>
            </a:extLst>
          </p:cNvPr>
          <p:cNvSpPr>
            <a:spLocks noGrp="1"/>
          </p:cNvSpPr>
          <p:nvPr>
            <p:ph type="subTitle" idx="1" hasCustomPrompt="1"/>
          </p:nvPr>
        </p:nvSpPr>
        <p:spPr>
          <a:xfrm>
            <a:off x="322710" y="2247151"/>
            <a:ext cx="5178599" cy="230832"/>
          </a:xfrm>
          <a:prstGeom prst="rect">
            <a:avLst/>
          </a:prstGeom>
        </p:spPr>
        <p:txBody>
          <a:bodyPr wrap="square" anchor="t" anchorCtr="0">
            <a:spAutoFit/>
          </a:bodyPr>
          <a:lstStyle>
            <a:lvl1pPr marL="0" indent="0" algn="l">
              <a:lnSpc>
                <a:spcPct val="100000"/>
              </a:lnSpc>
              <a:spcAft>
                <a:spcPts val="0"/>
              </a:spcAft>
              <a:buNone/>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dirty="0"/>
              <a:t>Click to edit body copy</a:t>
            </a:r>
          </a:p>
        </p:txBody>
      </p:sp>
    </p:spTree>
    <p:extLst>
      <p:ext uri="{BB962C8B-B14F-4D97-AF65-F5344CB8AC3E}">
        <p14:creationId xmlns:p14="http://schemas.microsoft.com/office/powerpoint/2010/main" val="3308926879"/>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Sample_Body slide with tab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322710" y="449928"/>
            <a:ext cx="8011251"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How a table slide can appear</a:t>
            </a:r>
          </a:p>
        </p:txBody>
      </p:sp>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2"/>
          <a:stretch>
            <a:fillRect/>
          </a:stretch>
        </p:blipFill>
        <p:spPr>
          <a:xfrm>
            <a:off x="8164886" y="6104792"/>
            <a:ext cx="742310" cy="480318"/>
          </a:xfrm>
          <a:prstGeom prst="rect">
            <a:avLst/>
          </a:prstGeom>
          <a:ln w="6350">
            <a:noFill/>
          </a:ln>
        </p:spPr>
      </p:pic>
      <p:sp>
        <p:nvSpPr>
          <p:cNvPr id="12" name="Subtitle 2">
            <a:extLst>
              <a:ext uri="{FF2B5EF4-FFF2-40B4-BE49-F238E27FC236}">
                <a16:creationId xmlns:a16="http://schemas.microsoft.com/office/drawing/2014/main" id="{4611B57F-60E4-BF40-AC95-C9DB86A26E2D}"/>
              </a:ext>
            </a:extLst>
          </p:cNvPr>
          <p:cNvSpPr>
            <a:spLocks noGrp="1"/>
          </p:cNvSpPr>
          <p:nvPr>
            <p:ph type="subTitle" idx="1" hasCustomPrompt="1"/>
          </p:nvPr>
        </p:nvSpPr>
        <p:spPr>
          <a:xfrm>
            <a:off x="322710" y="2247150"/>
            <a:ext cx="8011250" cy="230832"/>
          </a:xfrm>
          <a:prstGeom prst="rect">
            <a:avLst/>
          </a:prstGeom>
        </p:spPr>
        <p:txBody>
          <a:bodyPr wrap="square" anchor="t" anchorCtr="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dirty="0"/>
              <a:t>You may add some body text to explain your table.</a:t>
            </a:r>
          </a:p>
        </p:txBody>
      </p:sp>
      <p:sp>
        <p:nvSpPr>
          <p:cNvPr id="8" name="Text Placeholder 4">
            <a:extLst>
              <a:ext uri="{FF2B5EF4-FFF2-40B4-BE49-F238E27FC236}">
                <a16:creationId xmlns:a16="http://schemas.microsoft.com/office/drawing/2014/main" id="{D10E51DE-39B6-CC4B-BA98-3ABC1461CED3}"/>
              </a:ext>
            </a:extLst>
          </p:cNvPr>
          <p:cNvSpPr>
            <a:spLocks noGrp="1"/>
          </p:cNvSpPr>
          <p:nvPr>
            <p:ph type="body" sz="quarter" idx="10" hasCustomPrompt="1"/>
          </p:nvPr>
        </p:nvSpPr>
        <p:spPr>
          <a:xfrm>
            <a:off x="322710" y="1508852"/>
            <a:ext cx="8011251"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These can be useful for displaying statistics and timelines</a:t>
            </a:r>
          </a:p>
        </p:txBody>
      </p:sp>
      <p:sp>
        <p:nvSpPr>
          <p:cNvPr id="11" name="Text Placeholder 7">
            <a:extLst>
              <a:ext uri="{FF2B5EF4-FFF2-40B4-BE49-F238E27FC236}">
                <a16:creationId xmlns:a16="http://schemas.microsoft.com/office/drawing/2014/main" id="{C963C177-FD25-4F8F-B236-438FB5316544}"/>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Tree>
    <p:extLst>
      <p:ext uri="{BB962C8B-B14F-4D97-AF65-F5344CB8AC3E}">
        <p14:creationId xmlns:p14="http://schemas.microsoft.com/office/powerpoint/2010/main" val="2751960717"/>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_Sample_Body slide no 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79226" t="68124" r="-962" b="10595"/>
          <a:stretch/>
        </p:blipFill>
        <p:spPr>
          <a:xfrm>
            <a:off x="7695467" y="211344"/>
            <a:ext cx="1267939" cy="3300759"/>
          </a:xfrm>
          <a:prstGeom prst="rect">
            <a:avLst/>
          </a:prstGeom>
        </p:spPr>
      </p:pic>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3"/>
          <a:stretch>
            <a:fillRect/>
          </a:stretch>
        </p:blipFill>
        <p:spPr>
          <a:xfrm>
            <a:off x="8164886" y="6104792"/>
            <a:ext cx="742310" cy="480318"/>
          </a:xfrm>
          <a:prstGeom prst="rect">
            <a:avLst/>
          </a:prstGeom>
          <a:ln w="6350">
            <a:noFill/>
          </a:ln>
        </p:spPr>
      </p:pic>
      <p:sp>
        <p:nvSpPr>
          <p:cNvPr id="16" name="Title 1">
            <a:extLst>
              <a:ext uri="{FF2B5EF4-FFF2-40B4-BE49-F238E27FC236}">
                <a16:creationId xmlns:a16="http://schemas.microsoft.com/office/drawing/2014/main" id="{7463E06F-50D7-40E4-812A-11E146F400FE}"/>
              </a:ext>
            </a:extLst>
          </p:cNvPr>
          <p:cNvSpPr>
            <a:spLocks noGrp="1"/>
          </p:cNvSpPr>
          <p:nvPr>
            <p:ph type="ctrTitle" hasCustomPrompt="1"/>
          </p:nvPr>
        </p:nvSpPr>
        <p:spPr>
          <a:xfrm>
            <a:off x="322711" y="454445"/>
            <a:ext cx="7265816" cy="461665"/>
          </a:xfrm>
          <a:prstGeom prst="rect">
            <a:avLst/>
          </a:prstGeom>
        </p:spPr>
        <p:txBody>
          <a:bodyPr wrap="square" anchor="t" anchorCtr="0">
            <a:spAutoFit/>
          </a:bodyPr>
          <a:lstStyle>
            <a:lvl1pPr algn="l">
              <a:lnSpc>
                <a:spcPct val="100000"/>
              </a:lnSpc>
              <a:defRPr sz="2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18" name="Text Placeholder 4">
            <a:extLst>
              <a:ext uri="{FF2B5EF4-FFF2-40B4-BE49-F238E27FC236}">
                <a16:creationId xmlns:a16="http://schemas.microsoft.com/office/drawing/2014/main" id="{EB948257-F3E9-42A0-897D-B46A5CCA6B2B}"/>
              </a:ext>
            </a:extLst>
          </p:cNvPr>
          <p:cNvSpPr>
            <a:spLocks noGrp="1"/>
          </p:cNvSpPr>
          <p:nvPr>
            <p:ph type="body" sz="quarter" idx="10" hasCustomPrompt="1"/>
          </p:nvPr>
        </p:nvSpPr>
        <p:spPr>
          <a:xfrm>
            <a:off x="322710" y="1513370"/>
            <a:ext cx="7265816" cy="517525"/>
          </a:xfrm>
          <a:prstGeom prst="rect">
            <a:avLst/>
          </a:prstGeom>
        </p:spPr>
        <p:txBody>
          <a:bodyPr/>
          <a:lstStyle>
            <a:lvl1pPr marL="0" indent="0">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20" name="Text Placeholder 19">
            <a:extLst>
              <a:ext uri="{FF2B5EF4-FFF2-40B4-BE49-F238E27FC236}">
                <a16:creationId xmlns:a16="http://schemas.microsoft.com/office/drawing/2014/main" id="{3BC65B56-D0B6-4C98-A127-78F28207234A}"/>
              </a:ext>
            </a:extLst>
          </p:cNvPr>
          <p:cNvSpPr>
            <a:spLocks noGrp="1"/>
          </p:cNvSpPr>
          <p:nvPr>
            <p:ph type="body" sz="quarter" idx="15"/>
          </p:nvPr>
        </p:nvSpPr>
        <p:spPr>
          <a:xfrm>
            <a:off x="322711" y="2930834"/>
            <a:ext cx="5584031" cy="1779587"/>
          </a:xfrm>
          <a:prstGeom prst="rect">
            <a:avLst/>
          </a:prstGeom>
        </p:spPr>
        <p:txBody>
          <a:bodyPr numCol="2" spcCol="457200"/>
          <a:lstStyle>
            <a:lvl1pPr marL="127397" indent="-127397">
              <a:buFont typeface="Open Sans" panose="020B0606030504020204" pitchFamily="34" charset="0"/>
              <a:buChar char="–"/>
              <a:defRPr sz="900"/>
            </a:lvl1pPr>
            <a:lvl2pPr marL="470297" indent="-127397">
              <a:buFont typeface="Open Sans Light" panose="020B0306030504020204" pitchFamily="34" charset="0"/>
              <a:buChar char="–"/>
              <a:defRPr sz="900"/>
            </a:lvl2pPr>
            <a:lvl3pPr marL="813197" indent="-127397">
              <a:buFont typeface="Open Sans" panose="020B0606030504020204" pitchFamily="34" charset="0"/>
              <a:buChar char="–"/>
              <a:defRPr sz="900"/>
            </a:lvl3pPr>
            <a:lvl4pPr marL="1156097" indent="-127397">
              <a:buFont typeface="Open Sans Light" panose="020B0306030504020204" pitchFamily="34" charset="0"/>
              <a:buChar char="–"/>
              <a:defRPr sz="900"/>
            </a:lvl4pPr>
            <a:lvl5pPr marL="1498997" indent="-127397">
              <a:buFont typeface="Open Sans Light" panose="020B0306030504020204" pitchFamily="34" charset="0"/>
              <a:buChar char="–"/>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Subtitle 2">
            <a:extLst>
              <a:ext uri="{FF2B5EF4-FFF2-40B4-BE49-F238E27FC236}">
                <a16:creationId xmlns:a16="http://schemas.microsoft.com/office/drawing/2014/main" id="{C42027D4-5643-4011-9626-7B10E3432145}"/>
              </a:ext>
            </a:extLst>
          </p:cNvPr>
          <p:cNvSpPr>
            <a:spLocks noGrp="1"/>
          </p:cNvSpPr>
          <p:nvPr>
            <p:ph type="subTitle" idx="1" hasCustomPrompt="1"/>
          </p:nvPr>
        </p:nvSpPr>
        <p:spPr>
          <a:xfrm>
            <a:off x="322710" y="2494764"/>
            <a:ext cx="3844271" cy="230832"/>
          </a:xfrm>
          <a:prstGeom prst="rect">
            <a:avLst/>
          </a:prstGeom>
        </p:spPr>
        <p:txBody>
          <a:bodyPr wrap="square" anchor="t" anchorCtr="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dirty="0"/>
              <a:t>Click to add bullet point heading</a:t>
            </a:r>
          </a:p>
        </p:txBody>
      </p:sp>
      <p:sp>
        <p:nvSpPr>
          <p:cNvPr id="8" name="Text Placeholder 7">
            <a:extLst>
              <a:ext uri="{FF2B5EF4-FFF2-40B4-BE49-F238E27FC236}">
                <a16:creationId xmlns:a16="http://schemas.microsoft.com/office/drawing/2014/main" id="{F1FC235A-2C12-455D-AC9D-1204ACE6A12E}"/>
              </a:ext>
            </a:extLst>
          </p:cNvPr>
          <p:cNvSpPr>
            <a:spLocks noGrp="1"/>
          </p:cNvSpPr>
          <p:nvPr>
            <p:ph type="body" sz="quarter" idx="11" hasCustomPrompt="1"/>
          </p:nvPr>
        </p:nvSpPr>
        <p:spPr>
          <a:xfrm>
            <a:off x="322710" y="6335874"/>
            <a:ext cx="3787378" cy="249237"/>
          </a:xfrm>
          <a:prstGeom prst="rect">
            <a:avLst/>
          </a:prstGeom>
        </p:spPr>
        <p:txBody>
          <a:bodyPr/>
          <a:lstStyle>
            <a:lvl1pPr marL="0" indent="0">
              <a:buNone/>
              <a:defRPr sz="6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Tree>
    <p:extLst>
      <p:ext uri="{BB962C8B-B14F-4D97-AF65-F5344CB8AC3E}">
        <p14:creationId xmlns:p14="http://schemas.microsoft.com/office/powerpoint/2010/main" val="2062278182"/>
      </p:ext>
    </p:extLst>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539197" y="2445781"/>
            <a:ext cx="5364646" cy="677108"/>
          </a:xfrm>
          <a:prstGeom prst="rect">
            <a:avLst/>
          </a:prstGeom>
        </p:spPr>
        <p:txBody>
          <a:bodyPr wrap="square" anchor="t" anchorCtr="0">
            <a:spAutoFit/>
          </a:bodyPr>
          <a:lstStyle>
            <a:lvl1pPr algn="l">
              <a:lnSpc>
                <a:spcPts val="4965"/>
              </a:lnSpc>
              <a:defRPr sz="4050" b="0" i="0" cap="none" baseline="0">
                <a:solidFill>
                  <a:srgbClr val="000000"/>
                </a:solidFill>
                <a:latin typeface="Barlow Light" pitchFamily="2" charset="77"/>
                <a:ea typeface="DIN 2014 Light" panose="020B0404020202020204" pitchFamily="34" charset="77"/>
              </a:defRPr>
            </a:lvl1pPr>
          </a:lstStyle>
          <a:p>
            <a:r>
              <a:rPr lang="en-US" dirty="0"/>
              <a:t>Thank you</a:t>
            </a:r>
          </a:p>
        </p:txBody>
      </p:sp>
      <p:sp>
        <p:nvSpPr>
          <p:cNvPr id="5" name="Text Placeholder 3">
            <a:extLst>
              <a:ext uri="{FF2B5EF4-FFF2-40B4-BE49-F238E27FC236}">
                <a16:creationId xmlns:a16="http://schemas.microsoft.com/office/drawing/2014/main" id="{B35A7696-ECE8-C940-A4FE-4B77CA605C4E}"/>
              </a:ext>
            </a:extLst>
          </p:cNvPr>
          <p:cNvSpPr>
            <a:spLocks noGrp="1"/>
          </p:cNvSpPr>
          <p:nvPr>
            <p:ph type="body" sz="quarter" idx="10" hasCustomPrompt="1"/>
          </p:nvPr>
        </p:nvSpPr>
        <p:spPr>
          <a:xfrm>
            <a:off x="539197" y="4114378"/>
            <a:ext cx="2623361" cy="284578"/>
          </a:xfrm>
          <a:prstGeom prst="rect">
            <a:avLst/>
          </a:prstGeom>
        </p:spPr>
        <p:txBody>
          <a:bodyPr>
            <a:normAutofit/>
          </a:bodyPr>
          <a:lstStyle>
            <a:lvl1pPr marL="0" indent="0" algn="l">
              <a:buNone/>
              <a:defRPr sz="105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6" name="Text Placeholder 3">
            <a:extLst>
              <a:ext uri="{FF2B5EF4-FFF2-40B4-BE49-F238E27FC236}">
                <a16:creationId xmlns:a16="http://schemas.microsoft.com/office/drawing/2014/main" id="{CDC6E18F-FA4E-DF49-843E-38F72D48BA93}"/>
              </a:ext>
            </a:extLst>
          </p:cNvPr>
          <p:cNvSpPr>
            <a:spLocks noGrp="1"/>
          </p:cNvSpPr>
          <p:nvPr>
            <p:ph type="body" sz="quarter" idx="11" hasCustomPrompt="1"/>
          </p:nvPr>
        </p:nvSpPr>
        <p:spPr>
          <a:xfrm>
            <a:off x="539197" y="4442370"/>
            <a:ext cx="2623361" cy="284578"/>
          </a:xfrm>
          <a:prstGeom prst="rect">
            <a:avLst/>
          </a:prstGeom>
        </p:spPr>
        <p:txBody>
          <a:bodyPr>
            <a:normAutofit/>
          </a:bodyPr>
          <a:lstStyle>
            <a:lvl1pPr marL="0" indent="0" algn="l">
              <a:buNone/>
              <a:defRPr sz="105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52909" t="68124" r="2" b="10595"/>
          <a:stretch/>
        </p:blipFill>
        <p:spPr>
          <a:xfrm>
            <a:off x="6076507" y="3233855"/>
            <a:ext cx="2746793" cy="3300759"/>
          </a:xfrm>
          <a:prstGeom prst="rect">
            <a:avLst/>
          </a:prstGeom>
        </p:spPr>
      </p:pic>
      <p:pic>
        <p:nvPicPr>
          <p:cNvPr id="8" name="Picture 7">
            <a:extLst>
              <a:ext uri="{FF2B5EF4-FFF2-40B4-BE49-F238E27FC236}">
                <a16:creationId xmlns:a16="http://schemas.microsoft.com/office/drawing/2014/main" id="{9A92F9E7-BC4A-CD44-9374-3963AC3F1A2C}"/>
              </a:ext>
            </a:extLst>
          </p:cNvPr>
          <p:cNvPicPr>
            <a:picLocks noChangeAspect="1"/>
          </p:cNvPicPr>
          <p:nvPr/>
        </p:nvPicPr>
        <p:blipFill>
          <a:blip r:embed="rId3"/>
          <a:stretch>
            <a:fillRect/>
          </a:stretch>
        </p:blipFill>
        <p:spPr>
          <a:xfrm>
            <a:off x="7488515" y="422097"/>
            <a:ext cx="1321966" cy="855390"/>
          </a:xfrm>
          <a:prstGeom prst="rect">
            <a:avLst/>
          </a:prstGeom>
          <a:ln w="6350">
            <a:noFill/>
          </a:ln>
        </p:spPr>
      </p:pic>
      <p:pic>
        <p:nvPicPr>
          <p:cNvPr id="10" name="Picture 9">
            <a:extLst>
              <a:ext uri="{FF2B5EF4-FFF2-40B4-BE49-F238E27FC236}">
                <a16:creationId xmlns:a16="http://schemas.microsoft.com/office/drawing/2014/main" id="{6427B3FD-0E2F-1A45-9E15-2CEF5BB47DA6}"/>
              </a:ext>
            </a:extLst>
          </p:cNvPr>
          <p:cNvPicPr>
            <a:picLocks noChangeAspect="1"/>
          </p:cNvPicPr>
          <p:nvPr/>
        </p:nvPicPr>
        <p:blipFill rotWithShape="1">
          <a:blip r:embed="rId2"/>
          <a:srcRect l="3874" t="49360" r="52758" b="42026"/>
          <a:stretch/>
        </p:blipFill>
        <p:spPr>
          <a:xfrm>
            <a:off x="203750" y="323389"/>
            <a:ext cx="2529741" cy="1336079"/>
          </a:xfrm>
          <a:prstGeom prst="rect">
            <a:avLst/>
          </a:prstGeom>
        </p:spPr>
      </p:pic>
    </p:spTree>
    <p:extLst>
      <p:ext uri="{BB962C8B-B14F-4D97-AF65-F5344CB8AC3E}">
        <p14:creationId xmlns:p14="http://schemas.microsoft.com/office/powerpoint/2010/main" val="1248523015"/>
      </p:ext>
    </p:extLst>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1600" indent="-291600">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03133A46-43F0-4734-A847-009F11688B7F}"/>
              </a:ext>
            </a:extLst>
          </p:cNvPr>
          <p:cNvSpPr>
            <a:spLocks noGrp="1"/>
          </p:cNvSpPr>
          <p:nvPr>
            <p:ph type="body" sz="quarter" idx="14"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72793970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9893AC4A-29B0-44AE-8CE5-26A7096591D7}"/>
              </a:ext>
            </a:extLst>
          </p:cNvPr>
          <p:cNvSpPr>
            <a:spLocks noGrp="1"/>
          </p:cNvSpPr>
          <p:nvPr>
            <p:ph type="body" sz="quarter" idx="19"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2249251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vl2pPr>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2pPr>
              <a:spcBef>
                <a:spcPts val="1000"/>
              </a:spcBef>
              <a:spcAft>
                <a:spcPts val="0"/>
              </a:spcAft>
              <a:defRPr/>
            </a:lvl2pPr>
            <a:lvl3pPr>
              <a:spcBef>
                <a:spcPts val="1000"/>
              </a:spcBef>
              <a:spcAft>
                <a:spcPts val="0"/>
              </a:spcAft>
              <a:defRPr/>
            </a:lvl3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F07503B-138D-44F5-84FC-A7637F059B66}"/>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4305187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userDrawn="1">
  <p:cSld name="1_Title Slide">
    <p:spTree>
      <p:nvGrpSpPr>
        <p:cNvPr id="1" name=""/>
        <p:cNvGrpSpPr/>
        <p:nvPr/>
      </p:nvGrpSpPr>
      <p:grpSpPr>
        <a:xfrm>
          <a:off x="0" y="0"/>
          <a:ext cx="0" cy="0"/>
          <a:chOff x="0" y="0"/>
          <a:chExt cx="0" cy="0"/>
        </a:xfrm>
      </p:grpSpPr>
      <p:pic>
        <p:nvPicPr>
          <p:cNvPr id="7" name="Picture 6" descr="ATC Building powerpoint.jpg"/>
          <p:cNvPicPr>
            <a:picLocks noChangeAspect="1"/>
          </p:cNvPicPr>
          <p:nvPr userDrawn="1"/>
        </p:nvPicPr>
        <p:blipFill rotWithShape="1">
          <a:blip r:embed="rId2">
            <a:extLst>
              <a:ext uri="{28A0092B-C50C-407E-A947-70E740481C1C}">
                <a14:useLocalDpi xmlns:a14="http://schemas.microsoft.com/office/drawing/2010/main" val="0"/>
              </a:ext>
            </a:extLst>
          </a:blip>
          <a:srcRect r="11220"/>
          <a:stretch/>
        </p:blipFill>
        <p:spPr>
          <a:xfrm>
            <a:off x="0" y="-1"/>
            <a:ext cx="9144000" cy="6866467"/>
          </a:xfrm>
          <a:prstGeom prst="rect">
            <a:avLst/>
          </a:prstGeom>
        </p:spPr>
      </p:pic>
      <p:pic>
        <p:nvPicPr>
          <p:cNvPr id="8" name="Picture 7"/>
          <p:cNvPicPr>
            <a:picLocks noChangeAspect="1"/>
          </p:cNvPicPr>
          <p:nvPr userDrawn="1"/>
        </p:nvPicPr>
        <p:blipFill>
          <a:blip r:embed="rId3"/>
          <a:stretch>
            <a:fillRect/>
          </a:stretch>
        </p:blipFill>
        <p:spPr>
          <a:xfrm>
            <a:off x="6268085" y="5346700"/>
            <a:ext cx="2456815" cy="927100"/>
          </a:xfrm>
          <a:prstGeom prst="rect">
            <a:avLst/>
          </a:prstGeom>
        </p:spPr>
      </p:pic>
      <p:pic>
        <p:nvPicPr>
          <p:cNvPr id="9" name="Picture 8" descr="DVC Bubbl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8001" y="741679"/>
            <a:ext cx="6776085" cy="3755676"/>
          </a:xfrm>
          <a:prstGeom prst="rect">
            <a:avLst/>
          </a:prstGeom>
        </p:spPr>
      </p:pic>
      <p:sp>
        <p:nvSpPr>
          <p:cNvPr id="11" name="Text Placeholder 9"/>
          <p:cNvSpPr>
            <a:spLocks noGrp="1"/>
          </p:cNvSpPr>
          <p:nvPr>
            <p:ph type="body" sz="quarter" idx="13" hasCustomPrompt="1"/>
          </p:nvPr>
        </p:nvSpPr>
        <p:spPr>
          <a:xfrm>
            <a:off x="295275" y="1200150"/>
            <a:ext cx="5200651" cy="1419367"/>
          </a:xfrm>
          <a:prstGeom prst="rect">
            <a:avLst/>
          </a:prstGeom>
        </p:spPr>
        <p:txBody>
          <a:bodyPr/>
          <a:lstStyle>
            <a:lvl1pPr marL="0" indent="0">
              <a:defRPr sz="2700" baseline="0">
                <a:solidFill>
                  <a:schemeClr val="tx1"/>
                </a:solidFill>
              </a:defRPr>
            </a:lvl1pPr>
          </a:lstStyle>
          <a:p>
            <a:pPr lvl="0"/>
            <a:r>
              <a:rPr lang="en-US" dirty="0"/>
              <a:t>Presentation title</a:t>
            </a:r>
          </a:p>
        </p:txBody>
      </p:sp>
      <p:sp>
        <p:nvSpPr>
          <p:cNvPr id="12" name="Text Placeholder 13"/>
          <p:cNvSpPr>
            <a:spLocks noGrp="1"/>
          </p:cNvSpPr>
          <p:nvPr>
            <p:ph type="body" sz="quarter" idx="14" hasCustomPrompt="1"/>
          </p:nvPr>
        </p:nvSpPr>
        <p:spPr>
          <a:xfrm>
            <a:off x="304800" y="3114676"/>
            <a:ext cx="4133850" cy="1133475"/>
          </a:xfrm>
          <a:prstGeom prst="rect">
            <a:avLst/>
          </a:prstGeom>
        </p:spPr>
        <p:txBody>
          <a:bodyPr/>
          <a:lstStyle>
            <a:lvl1pPr marL="0" indent="0">
              <a:defRPr baseline="0"/>
            </a:lvl1pPr>
          </a:lstStyle>
          <a:p>
            <a:pPr lvl="0"/>
            <a:r>
              <a:rPr lang="en-US" dirty="0"/>
              <a:t>Presenter</a:t>
            </a:r>
          </a:p>
        </p:txBody>
      </p:sp>
      <p:pic>
        <p:nvPicPr>
          <p:cNvPr id="13" name="Picture 7" descr="swin logo v.png"/>
          <p:cNvPicPr>
            <a:picLocks noChangeAspect="1"/>
          </p:cNvPicPr>
          <p:nvPr userDrawn="1"/>
        </p:nvPicPr>
        <p:blipFill>
          <a:blip r:embed="rId5"/>
          <a:srcRect/>
          <a:stretch>
            <a:fillRect/>
          </a:stretch>
        </p:blipFill>
        <p:spPr bwMode="auto">
          <a:xfrm>
            <a:off x="7699376" y="0"/>
            <a:ext cx="1444625" cy="2882900"/>
          </a:xfrm>
          <a:prstGeom prst="rect">
            <a:avLst/>
          </a:prstGeom>
          <a:noFill/>
          <a:ln w="9525">
            <a:noFill/>
            <a:miter lim="800000"/>
            <a:headEnd/>
            <a:tailEnd/>
          </a:ln>
        </p:spPr>
      </p:pic>
    </p:spTree>
    <p:extLst>
      <p:ext uri="{BB962C8B-B14F-4D97-AF65-F5344CB8AC3E}">
        <p14:creationId xmlns:p14="http://schemas.microsoft.com/office/powerpoint/2010/main" val="1773809382"/>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theme" Target="../theme/theme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04" r:id="rId3"/>
    <p:sldLayoutId id="2147483682" r:id="rId4"/>
    <p:sldLayoutId id="2147483683" r:id="rId5"/>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F7BFBE01-8512-49BF-81D6-10C5E13594C9}"/>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9" r:id="rId7"/>
    <p:sldLayoutId id="2147483716" r:id="rId8"/>
    <p:sldLayoutId id="2147483710" r:id="rId9"/>
    <p:sldLayoutId id="2147483713" r:id="rId10"/>
    <p:sldLayoutId id="2147483714" r:id="rId11"/>
    <p:sldLayoutId id="2147483715" r:id="rId12"/>
    <p:sldLayoutId id="2147483717" r:id="rId13"/>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baseline="0">
          <a:solidFill>
            <a:schemeClr val="tx2"/>
          </a:solidFill>
          <a:latin typeface="+mn-lt"/>
          <a:ea typeface="+mn-ea"/>
          <a:cs typeface="+mn-cs"/>
        </a:defRPr>
      </a:lvl1pPr>
      <a:lvl2pPr marL="291600" indent="-291600" algn="l" defTabSz="914400" rtl="0" eaLnBrk="1" latinLnBrk="0" hangingPunct="1">
        <a:lnSpc>
          <a:spcPct val="100000"/>
        </a:lnSpc>
        <a:spcBef>
          <a:spcPts val="1000"/>
        </a:spcBef>
        <a:spcAft>
          <a:spcPts val="0"/>
        </a:spcAft>
        <a:buClrTx/>
        <a:buFont typeface="Arial" panose="020B0604020202020204" pitchFamily="34" charset="0"/>
        <a:buChar char="•"/>
        <a:defRPr sz="2400" kern="1200" baseline="0">
          <a:solidFill>
            <a:schemeClr val="tx2"/>
          </a:solidFill>
          <a:latin typeface="+mn-lt"/>
          <a:ea typeface="+mn-ea"/>
          <a:cs typeface="+mn-cs"/>
        </a:defRPr>
      </a:lvl2pPr>
      <a:lvl3pPr marL="622800" indent="-320400"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841519326"/>
      </p:ext>
    </p:extLst>
  </p:cSld>
  <p:clrMap bg1="lt1" tx1="dk1" bg2="lt2" tx2="dk2" accent1="accent1" accent2="accent2" accent3="accent3" accent4="accent4" accent5="accent5" accent6="accent6" hlink="hlink" folHlink="folHlink"/>
  <p:sldLayoutIdLst>
    <p:sldLayoutId id="2147483707" r:id="rId1"/>
    <p:sldLayoutId id="214748370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GH Yellow Line">
            <a:extLst>
              <a:ext uri="{FF2B5EF4-FFF2-40B4-BE49-F238E27FC236}">
                <a16:creationId xmlns:a16="http://schemas.microsoft.com/office/drawing/2014/main" id="{815BE431-3848-10AF-2F04-3980B6F51C95}"/>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hort Copyright">
            <a:extLst>
              <a:ext uri="{FF2B5EF4-FFF2-40B4-BE49-F238E27FC236}">
                <a16:creationId xmlns:a16="http://schemas.microsoft.com/office/drawing/2014/main" id="{D07B8E3B-73BD-498B-2FD0-7A08F39CE3B5}"/>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945634649"/>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24" userDrawn="1">
          <p15:clr>
            <a:srgbClr val="F26B43"/>
          </p15:clr>
        </p15:guide>
        <p15:guide id="2" orient="horz" pos="864" userDrawn="1">
          <p15:clr>
            <a:srgbClr val="F26B43"/>
          </p15:clr>
        </p15:guide>
        <p15:guide id="3" orient="horz" pos="360" userDrawn="1">
          <p15:clr>
            <a:srgbClr val="F26B43"/>
          </p15:clr>
        </p15:guide>
        <p15:guide id="4" orient="horz" pos="3936" userDrawn="1">
          <p15:clr>
            <a:srgbClr val="F26B43"/>
          </p15:clr>
        </p15:guide>
        <p15:guide id="5" pos="984" userDrawn="1">
          <p15:clr>
            <a:srgbClr val="F26B43"/>
          </p15:clr>
        </p15:guide>
        <p15:guide id="6" pos="5376" userDrawn="1">
          <p15:clr>
            <a:srgbClr val="F26B43"/>
          </p15:clr>
        </p15:guide>
        <p15:guide id="7" pos="2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4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4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4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8.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4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4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0.xml"/><Relationship Id="rId1" Type="http://schemas.openxmlformats.org/officeDocument/2006/relationships/slideLayout" Target="../slideLayouts/slideLayout4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1.xml"/><Relationship Id="rId1" Type="http://schemas.openxmlformats.org/officeDocument/2006/relationships/slideLayout" Target="../slideLayouts/slideLayout4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4.xml"/><Relationship Id="rId1" Type="http://schemas.openxmlformats.org/officeDocument/2006/relationships/slideLayout" Target="../slideLayouts/slideLayout4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6.xml"/><Relationship Id="rId1" Type="http://schemas.openxmlformats.org/officeDocument/2006/relationships/slideLayout" Target="../slideLayouts/slideLayout4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0.xml"/><Relationship Id="rId1" Type="http://schemas.openxmlformats.org/officeDocument/2006/relationships/slideLayout" Target="../slideLayouts/slideLayout4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1.xml"/><Relationship Id="rId1" Type="http://schemas.openxmlformats.org/officeDocument/2006/relationships/slideLayout" Target="../slideLayouts/slideLayout4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2.xml"/><Relationship Id="rId1" Type="http://schemas.openxmlformats.org/officeDocument/2006/relationships/slideLayout" Target="../slideLayouts/slideLayout46.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3.xml"/><Relationship Id="rId1" Type="http://schemas.openxmlformats.org/officeDocument/2006/relationships/slideLayout" Target="../slideLayouts/slideLayout48.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272846" y="990600"/>
            <a:ext cx="6294209" cy="1898341"/>
          </a:xfrm>
        </p:spPr>
        <p:txBody>
          <a:bodyPr>
            <a:noAutofit/>
          </a:bodyPr>
          <a:lstStyle/>
          <a:p>
            <a:pPr>
              <a:buNone/>
            </a:pPr>
            <a:r>
              <a:rPr lang="en-AU" sz="3200" dirty="0"/>
              <a:t>MGT10009 Contemporary Management Principles</a:t>
            </a:r>
            <a:endParaRPr lang="en-GB" sz="3200" dirty="0">
              <a:latin typeface="Arial" pitchFamily="34" charset="0"/>
              <a:cs typeface="Arial" pitchFamily="34" charset="0"/>
            </a:endParaRPr>
          </a:p>
          <a:p>
            <a:pPr>
              <a:buNone/>
            </a:pPr>
            <a:r>
              <a:rPr lang="en-AU" sz="3200" dirty="0"/>
              <a:t> </a:t>
            </a:r>
            <a:r>
              <a:rPr lang="en-AU" sz="2400" dirty="0"/>
              <a:t>Lecture 7 The External and Internal Environments</a:t>
            </a:r>
          </a:p>
        </p:txBody>
      </p:sp>
      <p:sp>
        <p:nvSpPr>
          <p:cNvPr id="5" name="Text Placeholder 4"/>
          <p:cNvSpPr>
            <a:spLocks noGrp="1"/>
          </p:cNvSpPr>
          <p:nvPr>
            <p:ph type="body" sz="quarter" idx="14"/>
          </p:nvPr>
        </p:nvSpPr>
        <p:spPr>
          <a:xfrm>
            <a:off x="339213" y="2983707"/>
            <a:ext cx="4132775" cy="1417402"/>
          </a:xfrm>
        </p:spPr>
        <p:txBody>
          <a:bodyPr/>
          <a:lstStyle/>
          <a:p>
            <a:pPr>
              <a:buNone/>
            </a:pPr>
            <a:r>
              <a:rPr lang="en-AU" sz="2400" dirty="0"/>
              <a:t>Dr David Qian </a:t>
            </a:r>
            <a:r>
              <a:rPr lang="en-AU" sz="1600" dirty="0"/>
              <a:t>dqian@swin.edu.au</a:t>
            </a:r>
          </a:p>
          <a:p>
            <a:pPr>
              <a:buNone/>
            </a:pPr>
            <a:r>
              <a:rPr lang="en-AU" sz="2400" dirty="0"/>
              <a:t>Peter Moran </a:t>
            </a:r>
            <a:r>
              <a:rPr lang="en-AU" sz="1600" dirty="0"/>
              <a:t>pmoran@swin.edu.au</a:t>
            </a:r>
          </a:p>
        </p:txBody>
      </p:sp>
    </p:spTree>
    <p:extLst>
      <p:ext uri="{BB962C8B-B14F-4D97-AF65-F5344CB8AC3E}">
        <p14:creationId xmlns:p14="http://schemas.microsoft.com/office/powerpoint/2010/main" val="24396756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a:xfrm>
            <a:off x="322711" y="1869345"/>
            <a:ext cx="4213781" cy="677108"/>
          </a:xfrm>
        </p:spPr>
        <p:txBody>
          <a:bodyPr wrap="square" anchor="t">
            <a:normAutofit/>
          </a:bodyPr>
          <a:lstStyle/>
          <a:p>
            <a:pPr algn="ctr"/>
            <a:r>
              <a:rPr lang="en-US" altLang="en-US" noProof="0" dirty="0"/>
              <a:t>Chapter 2</a:t>
            </a:r>
            <a:endParaRPr lang="en-US" noProof="0" dirty="0"/>
          </a:p>
        </p:txBody>
      </p:sp>
      <p:sp>
        <p:nvSpPr>
          <p:cNvPr id="10" name="Subtitle 9"/>
          <p:cNvSpPr>
            <a:spLocks noGrp="1"/>
          </p:cNvSpPr>
          <p:nvPr>
            <p:ph type="body" sz="quarter" idx="10"/>
          </p:nvPr>
        </p:nvSpPr>
        <p:spPr>
          <a:xfrm>
            <a:off x="1200898" y="3510782"/>
            <a:ext cx="2623361" cy="284578"/>
          </a:xfrm>
        </p:spPr>
        <p:txBody>
          <a:bodyPr>
            <a:normAutofit/>
          </a:bodyPr>
          <a:lstStyle/>
          <a:p>
            <a:r>
              <a:rPr lang="en-AU" noProof="0"/>
              <a:t>The External and Internal Environments</a:t>
            </a:r>
          </a:p>
        </p:txBody>
      </p:sp>
      <p:pic>
        <p:nvPicPr>
          <p:cNvPr id="6" name="Picture 5" descr="Cover page: Management, leading and collaborating in a competitive world, fifteenth edition. By, Thomas S Bateman and Robert Konopaske.">
            <a:extLst>
              <a:ext uri="{FF2B5EF4-FFF2-40B4-BE49-F238E27FC236}">
                <a16:creationId xmlns:a16="http://schemas.microsoft.com/office/drawing/2014/main" id="{9D357741-A7B3-494C-AA3E-3567660CD574}"/>
              </a:ext>
            </a:extLst>
          </p:cNvPr>
          <p:cNvPicPr>
            <a:picLocks noChangeAspect="1"/>
          </p:cNvPicPr>
          <p:nvPr/>
        </p:nvPicPr>
        <p:blipFill rotWithShape="1">
          <a:blip r:embed="rId3"/>
          <a:stretch/>
        </p:blipFill>
        <p:spPr>
          <a:xfrm>
            <a:off x="5214883" y="870933"/>
            <a:ext cx="3349696" cy="4265237"/>
          </a:xfrm>
          <a:prstGeom prst="rect">
            <a:avLst/>
          </a:prstGeom>
          <a:noFill/>
          <a:ln w="6350">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1004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2C6F-64D4-4FC0-A590-011A0A3CE9C6}"/>
              </a:ext>
            </a:extLst>
          </p:cNvPr>
          <p:cNvSpPr>
            <a:spLocks noGrp="1"/>
          </p:cNvSpPr>
          <p:nvPr>
            <p:ph type="title"/>
          </p:nvPr>
        </p:nvSpPr>
        <p:spPr>
          <a:xfrm>
            <a:off x="342900" y="659637"/>
            <a:ext cx="8458200" cy="821119"/>
          </a:xfrm>
        </p:spPr>
        <p:txBody>
          <a:bodyPr anchor="ctr">
            <a:normAutofit/>
          </a:bodyPr>
          <a:lstStyle/>
          <a:p>
            <a:pPr algn="ctr"/>
            <a:r>
              <a:rPr lang="en-US" b="1" noProof="0" dirty="0">
                <a:highlight>
                  <a:srgbClr val="FFFF00"/>
                </a:highlight>
              </a:rPr>
              <a:t>Learning Objectives</a:t>
            </a:r>
          </a:p>
        </p:txBody>
      </p:sp>
      <p:sp>
        <p:nvSpPr>
          <p:cNvPr id="16" name="Text Placeholder 5">
            <a:extLst>
              <a:ext uri="{FF2B5EF4-FFF2-40B4-BE49-F238E27FC236}">
                <a16:creationId xmlns:a16="http://schemas.microsoft.com/office/drawing/2014/main" id="{6EA45930-CEC5-6F28-7D79-A074FD91C660}"/>
              </a:ext>
            </a:extLst>
          </p:cNvPr>
          <p:cNvSpPr>
            <a:spLocks noGrp="1"/>
          </p:cNvSpPr>
          <p:nvPr>
            <p:ph type="body" sz="quarter" idx="13"/>
          </p:nvPr>
        </p:nvSpPr>
        <p:spPr>
          <a:xfrm>
            <a:off x="1562100" y="6684963"/>
            <a:ext cx="6972300" cy="173037"/>
          </a:xfrm>
        </p:spPr>
        <p:txBody>
          <a:bodyPr/>
          <a:lstStyle/>
          <a:p>
            <a:endParaRPr lang="en-US"/>
          </a:p>
        </p:txBody>
      </p:sp>
      <p:sp>
        <p:nvSpPr>
          <p:cNvPr id="6" name="Slide Number Placeholder 5">
            <a:extLst>
              <a:ext uri="{FF2B5EF4-FFF2-40B4-BE49-F238E27FC236}">
                <a16:creationId xmlns:a16="http://schemas.microsoft.com/office/drawing/2014/main" id="{1F0334C2-0494-4F34-A8A9-FF516597A4BF}"/>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3</a:t>
            </a:fld>
            <a:endParaRPr lang="en-US"/>
          </a:p>
        </p:txBody>
      </p:sp>
      <p:graphicFrame>
        <p:nvGraphicFramePr>
          <p:cNvPr id="8" name="Content Placeholder 2">
            <a:extLst>
              <a:ext uri="{FF2B5EF4-FFF2-40B4-BE49-F238E27FC236}">
                <a16:creationId xmlns:a16="http://schemas.microsoft.com/office/drawing/2014/main" id="{C0661729-1D61-AF36-0984-C3FE176302D4}"/>
              </a:ext>
            </a:extLst>
          </p:cNvPr>
          <p:cNvGraphicFramePr>
            <a:graphicFrameLocks noGrp="1"/>
          </p:cNvGraphicFramePr>
          <p:nvPr>
            <p:ph sz="quarter" idx="11"/>
            <p:extLst>
              <p:ext uri="{D42A27DB-BD31-4B8C-83A1-F6EECF244321}">
                <p14:modId xmlns:p14="http://schemas.microsoft.com/office/powerpoint/2010/main" val="3474971606"/>
              </p:ext>
            </p:extLst>
          </p:nvPr>
        </p:nvGraphicFramePr>
        <p:xfrm>
          <a:off x="342900" y="1937612"/>
          <a:ext cx="8458200" cy="2838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0852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FF704-B9B3-4C22-BDD3-03A553C31DB6}"/>
              </a:ext>
            </a:extLst>
          </p:cNvPr>
          <p:cNvSpPr>
            <a:spLocks noGrp="1"/>
          </p:cNvSpPr>
          <p:nvPr>
            <p:ph type="title"/>
          </p:nvPr>
        </p:nvSpPr>
        <p:spPr>
          <a:xfrm>
            <a:off x="342900" y="233546"/>
            <a:ext cx="8458200" cy="821119"/>
          </a:xfrm>
        </p:spPr>
        <p:txBody>
          <a:bodyPr anchor="ctr">
            <a:normAutofit/>
          </a:bodyPr>
          <a:lstStyle/>
          <a:p>
            <a:pPr algn="ctr"/>
            <a:r>
              <a:rPr lang="en-US" b="1" noProof="0" dirty="0">
                <a:highlight>
                  <a:srgbClr val="FFFF00"/>
                </a:highlight>
              </a:rPr>
              <a:t>Open Systems</a:t>
            </a:r>
          </a:p>
        </p:txBody>
      </p:sp>
      <p:pic>
        <p:nvPicPr>
          <p:cNvPr id="5" name="Picture 4" descr="An illustration of inputs to an organization from external environment and outputs from the organization to external environment.">
            <a:extLst>
              <a:ext uri="{FF2B5EF4-FFF2-40B4-BE49-F238E27FC236}">
                <a16:creationId xmlns:a16="http://schemas.microsoft.com/office/drawing/2014/main" id="{AD78E518-C3D0-4B8F-A25B-83401DCA4798}"/>
              </a:ext>
            </a:extLst>
          </p:cNvPr>
          <p:cNvPicPr>
            <a:picLocks noChangeAspect="1"/>
          </p:cNvPicPr>
          <p:nvPr/>
        </p:nvPicPr>
        <p:blipFill>
          <a:blip r:embed="rId3"/>
          <a:stretch>
            <a:fillRect/>
          </a:stretch>
        </p:blipFill>
        <p:spPr>
          <a:xfrm>
            <a:off x="899160" y="1276709"/>
            <a:ext cx="7635240" cy="3056372"/>
          </a:xfrm>
          <a:prstGeom prst="rect">
            <a:avLst/>
          </a:prstGeom>
          <a:noFill/>
        </p:spPr>
      </p:pic>
      <p:sp>
        <p:nvSpPr>
          <p:cNvPr id="3" name="Content Placeholder 2">
            <a:extLst>
              <a:ext uri="{FF2B5EF4-FFF2-40B4-BE49-F238E27FC236}">
                <a16:creationId xmlns:a16="http://schemas.microsoft.com/office/drawing/2014/main" id="{F613B231-1B34-43C2-A6D0-AC779044EB7A}"/>
              </a:ext>
            </a:extLst>
          </p:cNvPr>
          <p:cNvSpPr>
            <a:spLocks noGrp="1"/>
          </p:cNvSpPr>
          <p:nvPr>
            <p:ph sz="quarter" idx="14"/>
          </p:nvPr>
        </p:nvSpPr>
        <p:spPr>
          <a:xfrm>
            <a:off x="342899" y="4587239"/>
            <a:ext cx="8458200" cy="1765141"/>
          </a:xfrm>
        </p:spPr>
        <p:txBody>
          <a:bodyPr>
            <a:normAutofit/>
          </a:bodyPr>
          <a:lstStyle/>
          <a:p>
            <a:pPr marL="342900" indent="-342900">
              <a:buFont typeface="Arial" panose="020B0604020202020204" pitchFamily="34" charset="0"/>
              <a:buChar char="•"/>
            </a:pPr>
            <a:r>
              <a:rPr lang="en-US" noProof="0" dirty="0"/>
              <a:t>Organizations are affected by, and affect, their environment.</a:t>
            </a:r>
          </a:p>
          <a:p>
            <a:pPr marL="342900" indent="-342900">
              <a:buFont typeface="Arial" panose="020B0604020202020204" pitchFamily="34" charset="0"/>
              <a:buChar char="•"/>
            </a:pPr>
            <a:r>
              <a:rPr lang="en-US" noProof="0" dirty="0"/>
              <a:t>Inputs: goods and services organizations take in and transform them into products.</a:t>
            </a:r>
          </a:p>
          <a:p>
            <a:pPr marL="342900" indent="-342900">
              <a:buFont typeface="Arial" panose="020B0604020202020204" pitchFamily="34" charset="0"/>
              <a:buChar char="•"/>
            </a:pPr>
            <a:r>
              <a:rPr lang="en-US" noProof="0" dirty="0"/>
              <a:t>Outputs: the products and services organizations create.</a:t>
            </a:r>
          </a:p>
        </p:txBody>
      </p:sp>
      <p:sp>
        <p:nvSpPr>
          <p:cNvPr id="6" name="Title 1">
            <a:extLst>
              <a:ext uri="{FF2B5EF4-FFF2-40B4-BE49-F238E27FC236}">
                <a16:creationId xmlns:a16="http://schemas.microsoft.com/office/drawing/2014/main" id="{A0FE718A-8218-4343-A1EF-4CE85E2E0236}"/>
              </a:ext>
            </a:extLst>
          </p:cNvPr>
          <p:cNvSpPr txBox="1">
            <a:spLocks/>
          </p:cNvSpPr>
          <p:nvPr/>
        </p:nvSpPr>
        <p:spPr>
          <a:xfrm>
            <a:off x="2855617" y="4072238"/>
            <a:ext cx="3287910" cy="260843"/>
          </a:xfr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pPr algn="ctr" defTabSz="685800">
              <a:spcBef>
                <a:spcPts val="750"/>
              </a:spcBef>
            </a:pPr>
            <a:r>
              <a:rPr lang="en-US" sz="900" b="0" kern="1200" dirty="0">
                <a:solidFill>
                  <a:schemeClr val="tx1"/>
                </a:solidFill>
              </a:rPr>
              <a:t>Exhibit 2.1 Organization as an Open System</a:t>
            </a:r>
          </a:p>
        </p:txBody>
      </p:sp>
      <p:sp>
        <p:nvSpPr>
          <p:cNvPr id="18" name="Text Placeholder 5">
            <a:extLst>
              <a:ext uri="{FF2B5EF4-FFF2-40B4-BE49-F238E27FC236}">
                <a16:creationId xmlns:a16="http://schemas.microsoft.com/office/drawing/2014/main" id="{ED554689-3EA0-C2F4-8A66-51E1890CC902}"/>
              </a:ext>
            </a:extLst>
          </p:cNvPr>
          <p:cNvSpPr>
            <a:spLocks noGrp="1"/>
          </p:cNvSpPr>
          <p:nvPr>
            <p:ph type="body" sz="quarter" idx="13"/>
          </p:nvPr>
        </p:nvSpPr>
        <p:spPr>
          <a:xfrm>
            <a:off x="1562100" y="6684963"/>
            <a:ext cx="6972300" cy="173037"/>
          </a:xfrm>
        </p:spPr>
        <p:txBody>
          <a:bodyPr/>
          <a:lstStyle/>
          <a:p>
            <a:endParaRPr lang="en-US" dirty="0"/>
          </a:p>
        </p:txBody>
      </p:sp>
      <p:sp>
        <p:nvSpPr>
          <p:cNvPr id="11" name="Slide Number Placeholder 10">
            <a:extLst>
              <a:ext uri="{FF2B5EF4-FFF2-40B4-BE49-F238E27FC236}">
                <a16:creationId xmlns:a16="http://schemas.microsoft.com/office/drawing/2014/main" id="{CF491374-2BC1-42E9-BD7F-BCFCBF269B4A}"/>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4</a:t>
            </a:fld>
            <a:endParaRPr lang="en-US"/>
          </a:p>
        </p:txBody>
      </p:sp>
    </p:spTree>
    <p:extLst>
      <p:ext uri="{BB962C8B-B14F-4D97-AF65-F5344CB8AC3E}">
        <p14:creationId xmlns:p14="http://schemas.microsoft.com/office/powerpoint/2010/main" val="903766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A0C942-3796-4AF1-BC5C-43A850CE278F}"/>
              </a:ext>
            </a:extLst>
          </p:cNvPr>
          <p:cNvSpPr>
            <a:spLocks noGrp="1"/>
          </p:cNvSpPr>
          <p:nvPr>
            <p:ph type="title"/>
          </p:nvPr>
        </p:nvSpPr>
        <p:spPr>
          <a:xfrm>
            <a:off x="342900" y="256189"/>
            <a:ext cx="8458200" cy="717068"/>
          </a:xfrm>
        </p:spPr>
        <p:txBody>
          <a:bodyPr>
            <a:noAutofit/>
          </a:bodyPr>
          <a:lstStyle/>
          <a:p>
            <a:pPr algn="ctr"/>
            <a:r>
              <a:rPr lang="en-US" sz="2400" b="1" noProof="0" dirty="0">
                <a:highlight>
                  <a:srgbClr val="FFFF00"/>
                </a:highlight>
              </a:rPr>
              <a:t>The External and Internal Environments of Organizations</a:t>
            </a:r>
            <a:endParaRPr lang="en-US" sz="2400" b="1" noProof="0" dirty="0">
              <a:solidFill>
                <a:srgbClr val="0070C0"/>
              </a:solidFill>
              <a:highlight>
                <a:srgbClr val="FFFF00"/>
              </a:highlight>
            </a:endParaRPr>
          </a:p>
        </p:txBody>
      </p:sp>
      <p:sp>
        <p:nvSpPr>
          <p:cNvPr id="3" name="Content Placeholder 2">
            <a:extLst>
              <a:ext uri="{FF2B5EF4-FFF2-40B4-BE49-F238E27FC236}">
                <a16:creationId xmlns:a16="http://schemas.microsoft.com/office/drawing/2014/main" id="{BF6887BA-37A6-45A2-8E9B-50494E6F8676}"/>
              </a:ext>
            </a:extLst>
          </p:cNvPr>
          <p:cNvSpPr>
            <a:spLocks noGrp="1"/>
          </p:cNvSpPr>
          <p:nvPr>
            <p:ph sz="quarter" idx="11"/>
          </p:nvPr>
        </p:nvSpPr>
        <p:spPr>
          <a:xfrm>
            <a:off x="1025653" y="973257"/>
            <a:ext cx="7301484" cy="2293519"/>
          </a:xfrm>
        </p:spPr>
        <p:txBody>
          <a:bodyPr/>
          <a:lstStyle/>
          <a:p>
            <a:r>
              <a:rPr lang="en-US" sz="1800" u="sng" noProof="0" dirty="0"/>
              <a:t>External environment</a:t>
            </a:r>
            <a:r>
              <a:rPr lang="en-US" sz="1800" noProof="0" dirty="0"/>
              <a:t>: All relevant forces outside a firm’s boundaries, such as competitors, customers, the government, and the economy.</a:t>
            </a:r>
          </a:p>
          <a:p>
            <a:r>
              <a:rPr lang="en-US" sz="1800" u="sng" noProof="0" dirty="0"/>
              <a:t>Competitive environment</a:t>
            </a:r>
            <a:r>
              <a:rPr lang="en-US" sz="1800" noProof="0" dirty="0"/>
              <a:t>: Includes the firm and its rivals, suppliers, buyers, new entrants, and substitute or complementary products.</a:t>
            </a:r>
          </a:p>
          <a:p>
            <a:r>
              <a:rPr lang="en-US" sz="1800" u="sng" noProof="0" dirty="0"/>
              <a:t>Macro environment</a:t>
            </a:r>
            <a:r>
              <a:rPr lang="en-US" sz="1800" noProof="0" dirty="0"/>
              <a:t>: Affects all organizations and includes economic, technological, legal and political, demographic, social, and natural environment factors.</a:t>
            </a:r>
          </a:p>
        </p:txBody>
      </p:sp>
      <p:sp>
        <p:nvSpPr>
          <p:cNvPr id="11" name="Slide Number Placeholder 10">
            <a:extLst>
              <a:ext uri="{FF2B5EF4-FFF2-40B4-BE49-F238E27FC236}">
                <a16:creationId xmlns:a16="http://schemas.microsoft.com/office/drawing/2014/main" id="{E536FA29-8A69-44A7-A76D-60A5C1247396}"/>
              </a:ext>
            </a:extLst>
          </p:cNvPr>
          <p:cNvSpPr>
            <a:spLocks noGrp="1"/>
          </p:cNvSpPr>
          <p:nvPr>
            <p:ph type="sldNum" sz="quarter" idx="10"/>
          </p:nvPr>
        </p:nvSpPr>
        <p:spPr/>
        <p:txBody>
          <a:bodyPr/>
          <a:lstStyle/>
          <a:p>
            <a:fld id="{68151E55-6873-49E2-B8D5-2F265E6F1973}" type="slidenum">
              <a:rPr lang="en-US" smtClean="0"/>
              <a:t>5</a:t>
            </a:fld>
            <a:endParaRPr lang="en-US" dirty="0"/>
          </a:p>
        </p:txBody>
      </p:sp>
      <p:pic>
        <p:nvPicPr>
          <p:cNvPr id="16" name="Picture 15">
            <a:extLst>
              <a:ext uri="{FF2B5EF4-FFF2-40B4-BE49-F238E27FC236}">
                <a16:creationId xmlns:a16="http://schemas.microsoft.com/office/drawing/2014/main" id="{1C97D6AB-0C4C-4844-B591-B09AE69640CB}"/>
              </a:ext>
            </a:extLst>
          </p:cNvPr>
          <p:cNvPicPr>
            <a:picLocks noChangeAspect="1"/>
          </p:cNvPicPr>
          <p:nvPr/>
        </p:nvPicPr>
        <p:blipFill>
          <a:blip r:embed="rId3"/>
          <a:stretch>
            <a:fillRect/>
          </a:stretch>
        </p:blipFill>
        <p:spPr>
          <a:xfrm>
            <a:off x="1962912" y="3266776"/>
            <a:ext cx="4742688" cy="2982421"/>
          </a:xfrm>
          <a:prstGeom prst="rect">
            <a:avLst/>
          </a:prstGeom>
        </p:spPr>
      </p:pic>
    </p:spTree>
    <p:extLst>
      <p:ext uri="{BB962C8B-B14F-4D97-AF65-F5344CB8AC3E}">
        <p14:creationId xmlns:p14="http://schemas.microsoft.com/office/powerpoint/2010/main" val="568735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750013-090A-467B-9E46-CF5E7EE63A0B}"/>
              </a:ext>
            </a:extLst>
          </p:cNvPr>
          <p:cNvSpPr>
            <a:spLocks noGrp="1"/>
          </p:cNvSpPr>
          <p:nvPr>
            <p:ph type="title"/>
          </p:nvPr>
        </p:nvSpPr>
        <p:spPr>
          <a:xfrm>
            <a:off x="342900" y="233546"/>
            <a:ext cx="8458200" cy="821119"/>
          </a:xfrm>
        </p:spPr>
        <p:txBody>
          <a:bodyPr anchor="ctr">
            <a:normAutofit/>
          </a:bodyPr>
          <a:lstStyle/>
          <a:p>
            <a:pPr algn="ctr"/>
            <a:r>
              <a:rPr lang="en-US" noProof="0" dirty="0">
                <a:highlight>
                  <a:srgbClr val="FFFF00"/>
                </a:highlight>
              </a:rPr>
              <a:t>The Economy </a:t>
            </a:r>
            <a:r>
              <a:rPr lang="en-US" dirty="0">
                <a:highlight>
                  <a:srgbClr val="FFFF00"/>
                </a:highlight>
              </a:rPr>
              <a:t>and </a:t>
            </a:r>
            <a:r>
              <a:rPr lang="en-US" noProof="0" dirty="0">
                <a:highlight>
                  <a:srgbClr val="FFFF00"/>
                </a:highlight>
              </a:rPr>
              <a:t>Managers</a:t>
            </a:r>
          </a:p>
        </p:txBody>
      </p:sp>
      <p:sp>
        <p:nvSpPr>
          <p:cNvPr id="15" name="Text Placeholder 3">
            <a:extLst>
              <a:ext uri="{FF2B5EF4-FFF2-40B4-BE49-F238E27FC236}">
                <a16:creationId xmlns:a16="http://schemas.microsoft.com/office/drawing/2014/main" id="{A4C84CAB-B9DB-99E6-95B9-0603380B4D45}"/>
              </a:ext>
            </a:extLst>
          </p:cNvPr>
          <p:cNvSpPr>
            <a:spLocks noGrp="1"/>
          </p:cNvSpPr>
          <p:nvPr>
            <p:ph type="body" sz="quarter" idx="14"/>
          </p:nvPr>
        </p:nvSpPr>
        <p:spPr>
          <a:xfrm>
            <a:off x="2928045" y="6331527"/>
            <a:ext cx="3287910" cy="260843"/>
          </a:xfrm>
        </p:spPr>
        <p:txBody>
          <a:bodyPr/>
          <a:lstStyle/>
          <a:p>
            <a:endParaRPr lang="en-US"/>
          </a:p>
        </p:txBody>
      </p:sp>
      <p:sp>
        <p:nvSpPr>
          <p:cNvPr id="17" name="Text Placeholder 4">
            <a:extLst>
              <a:ext uri="{FF2B5EF4-FFF2-40B4-BE49-F238E27FC236}">
                <a16:creationId xmlns:a16="http://schemas.microsoft.com/office/drawing/2014/main" id="{4B2B2604-6B2D-1B90-EA86-49A81C98BD62}"/>
              </a:ext>
            </a:extLst>
          </p:cNvPr>
          <p:cNvSpPr>
            <a:spLocks noGrp="1"/>
          </p:cNvSpPr>
          <p:nvPr>
            <p:ph type="body" sz="quarter" idx="13"/>
          </p:nvPr>
        </p:nvSpPr>
        <p:spPr>
          <a:xfrm>
            <a:off x="1562099" y="6684963"/>
            <a:ext cx="6972301" cy="173037"/>
          </a:xfrm>
        </p:spPr>
        <p:txBody>
          <a:bodyPr/>
          <a:lstStyle/>
          <a:p>
            <a:endParaRPr lang="en-US"/>
          </a:p>
        </p:txBody>
      </p:sp>
      <p:sp>
        <p:nvSpPr>
          <p:cNvPr id="7" name="Slide Number Placeholder 6">
            <a:extLst>
              <a:ext uri="{FF2B5EF4-FFF2-40B4-BE49-F238E27FC236}">
                <a16:creationId xmlns:a16="http://schemas.microsoft.com/office/drawing/2014/main" id="{7EF6F935-67F1-4282-8570-2FB3AC29612C}"/>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6</a:t>
            </a:fld>
            <a:endParaRPr lang="en-US"/>
          </a:p>
        </p:txBody>
      </p:sp>
      <p:graphicFrame>
        <p:nvGraphicFramePr>
          <p:cNvPr id="11" name="Content Placeholder 8">
            <a:extLst>
              <a:ext uri="{FF2B5EF4-FFF2-40B4-BE49-F238E27FC236}">
                <a16:creationId xmlns:a16="http://schemas.microsoft.com/office/drawing/2014/main" id="{35F2EA97-2C04-EF6C-7982-BCB9AE5E7987}"/>
              </a:ext>
            </a:extLst>
          </p:cNvPr>
          <p:cNvGraphicFramePr>
            <a:graphicFrameLocks noGrp="1"/>
          </p:cNvGraphicFramePr>
          <p:nvPr>
            <p:ph sz="quarter" idx="11"/>
            <p:extLst>
              <p:ext uri="{D42A27DB-BD31-4B8C-83A1-F6EECF244321}">
                <p14:modId xmlns:p14="http://schemas.microsoft.com/office/powerpoint/2010/main" val="2792414587"/>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8253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11666-9112-4724-99F5-AFF077E2E778}"/>
              </a:ext>
            </a:extLst>
          </p:cNvPr>
          <p:cNvSpPr>
            <a:spLocks noGrp="1"/>
          </p:cNvSpPr>
          <p:nvPr>
            <p:ph type="title"/>
          </p:nvPr>
        </p:nvSpPr>
        <p:spPr>
          <a:xfrm>
            <a:off x="2496581" y="482791"/>
            <a:ext cx="4150836" cy="738187"/>
          </a:xfrm>
        </p:spPr>
        <p:txBody>
          <a:bodyPr>
            <a:normAutofit/>
          </a:bodyPr>
          <a:lstStyle/>
          <a:p>
            <a:pPr algn="ctr"/>
            <a:r>
              <a:rPr lang="en-US" sz="4400" b="1" noProof="0" dirty="0">
                <a:highlight>
                  <a:srgbClr val="FFFF00"/>
                </a:highlight>
              </a:rPr>
              <a:t>Technology</a:t>
            </a:r>
          </a:p>
        </p:txBody>
      </p:sp>
      <p:sp>
        <p:nvSpPr>
          <p:cNvPr id="3" name="Content Placeholder 2">
            <a:extLst>
              <a:ext uri="{FF2B5EF4-FFF2-40B4-BE49-F238E27FC236}">
                <a16:creationId xmlns:a16="http://schemas.microsoft.com/office/drawing/2014/main" id="{10364E12-02C1-4149-A827-80D316135CFF}"/>
              </a:ext>
            </a:extLst>
          </p:cNvPr>
          <p:cNvSpPr>
            <a:spLocks noGrp="1"/>
          </p:cNvSpPr>
          <p:nvPr>
            <p:ph sz="quarter" idx="11"/>
          </p:nvPr>
        </p:nvSpPr>
        <p:spPr>
          <a:xfrm>
            <a:off x="1017143" y="1447248"/>
            <a:ext cx="6938266" cy="1692674"/>
          </a:xfrm>
        </p:spPr>
        <p:txBody>
          <a:bodyPr/>
          <a:lstStyle/>
          <a:p>
            <a:pPr marL="342900" indent="-342900">
              <a:buFont typeface="Arial" panose="020B0604020202020204" pitchFamily="34" charset="0"/>
              <a:buChar char="•"/>
            </a:pPr>
            <a:r>
              <a:rPr lang="en-US" sz="2000" noProof="0" dirty="0"/>
              <a:t>Technological advances create new products and services, advanced production techniques, and better ways of managing and communicating.</a:t>
            </a:r>
          </a:p>
          <a:p>
            <a:pPr marL="342900" indent="-342900">
              <a:buFont typeface="Arial" panose="020B0604020202020204" pitchFamily="34" charset="0"/>
              <a:buChar char="•"/>
            </a:pPr>
            <a:r>
              <a:rPr lang="en-US" sz="2000" noProof="0" dirty="0"/>
              <a:t>As technology evolves, new industries, markets, and competitive niches develop.</a:t>
            </a:r>
          </a:p>
        </p:txBody>
      </p:sp>
      <p:sp>
        <p:nvSpPr>
          <p:cNvPr id="4" name="Content Placeholder 3">
            <a:extLst>
              <a:ext uri="{FF2B5EF4-FFF2-40B4-BE49-F238E27FC236}">
                <a16:creationId xmlns:a16="http://schemas.microsoft.com/office/drawing/2014/main" id="{2A30E17C-9496-47A0-AE50-DC7F4E86D80D}"/>
              </a:ext>
            </a:extLst>
          </p:cNvPr>
          <p:cNvSpPr>
            <a:spLocks noGrp="1"/>
          </p:cNvSpPr>
          <p:nvPr>
            <p:ph sz="quarter" idx="14"/>
          </p:nvPr>
        </p:nvSpPr>
        <p:spPr>
          <a:xfrm>
            <a:off x="2399014" y="5810614"/>
            <a:ext cx="4345969" cy="387024"/>
          </a:xfrm>
        </p:spPr>
        <p:txBody>
          <a:bodyPr/>
          <a:lstStyle/>
          <a:p>
            <a:pPr marL="0" indent="0" algn="ctr">
              <a:buNone/>
            </a:pPr>
            <a:r>
              <a:rPr lang="en-US" sz="1100" i="1" noProof="0" dirty="0">
                <a:effectLst>
                  <a:outerShdw blurRad="38100" dist="38100" dir="2700000" algn="tl">
                    <a:srgbClr val="000000">
                      <a:alpha val="43137"/>
                    </a:srgbClr>
                  </a:outerShdw>
                </a:effectLst>
              </a:rPr>
              <a:t>The 3D printing process has revolutionized design.</a:t>
            </a:r>
          </a:p>
        </p:txBody>
      </p:sp>
      <p:sp>
        <p:nvSpPr>
          <p:cNvPr id="7" name="Slide Number Placeholder 6">
            <a:extLst>
              <a:ext uri="{FF2B5EF4-FFF2-40B4-BE49-F238E27FC236}">
                <a16:creationId xmlns:a16="http://schemas.microsoft.com/office/drawing/2014/main" id="{0891C32A-B36E-4DE1-BFEC-5D53129F01B1}"/>
              </a:ext>
            </a:extLst>
          </p:cNvPr>
          <p:cNvSpPr>
            <a:spLocks noGrp="1"/>
          </p:cNvSpPr>
          <p:nvPr>
            <p:ph type="sldNum" sz="quarter" idx="10"/>
          </p:nvPr>
        </p:nvSpPr>
        <p:spPr/>
        <p:txBody>
          <a:bodyPr/>
          <a:lstStyle/>
          <a:p>
            <a:fld id="{68151E55-6873-49E2-B8D5-2F265E6F1973}" type="slidenum">
              <a:rPr lang="en-US" smtClean="0"/>
              <a:t>7</a:t>
            </a:fld>
            <a:endParaRPr lang="en-US" dirty="0"/>
          </a:p>
        </p:txBody>
      </p:sp>
      <p:pic>
        <p:nvPicPr>
          <p:cNvPr id="8" name="Picture 7">
            <a:extLst>
              <a:ext uri="{FF2B5EF4-FFF2-40B4-BE49-F238E27FC236}">
                <a16:creationId xmlns:a16="http://schemas.microsoft.com/office/drawing/2014/main" id="{A51F7568-AB05-41D6-BD52-9442E9F55EC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61256" y="3366192"/>
            <a:ext cx="2250040" cy="2255188"/>
          </a:xfrm>
          <a:prstGeom prst="rect">
            <a:avLst/>
          </a:prstGeom>
        </p:spPr>
      </p:pic>
    </p:spTree>
    <p:extLst>
      <p:ext uri="{BB962C8B-B14F-4D97-AF65-F5344CB8AC3E}">
        <p14:creationId xmlns:p14="http://schemas.microsoft.com/office/powerpoint/2010/main" val="2782891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750013-090A-467B-9E46-CF5E7EE63A0B}"/>
              </a:ext>
            </a:extLst>
          </p:cNvPr>
          <p:cNvSpPr>
            <a:spLocks noGrp="1"/>
          </p:cNvSpPr>
          <p:nvPr>
            <p:ph type="title"/>
          </p:nvPr>
        </p:nvSpPr>
        <p:spPr>
          <a:xfrm>
            <a:off x="269907" y="619870"/>
            <a:ext cx="8458200" cy="821119"/>
          </a:xfrm>
        </p:spPr>
        <p:txBody>
          <a:bodyPr anchor="ctr">
            <a:normAutofit/>
          </a:bodyPr>
          <a:lstStyle/>
          <a:p>
            <a:pPr algn="ctr"/>
            <a:r>
              <a:rPr lang="en-US" b="1" kern="1200" noProof="0" dirty="0">
                <a:solidFill>
                  <a:srgbClr val="FF0000"/>
                </a:solidFill>
                <a:highlight>
                  <a:srgbClr val="FFFF00"/>
                </a:highlight>
                <a:latin typeface="+mj-lt"/>
                <a:ea typeface="+mj-ea"/>
                <a:cs typeface="+mj-cs"/>
              </a:rPr>
              <a:t>Laws and Regulations</a:t>
            </a:r>
          </a:p>
        </p:txBody>
      </p:sp>
      <p:sp>
        <p:nvSpPr>
          <p:cNvPr id="4" name="TextBox 3">
            <a:extLst>
              <a:ext uri="{FF2B5EF4-FFF2-40B4-BE49-F238E27FC236}">
                <a16:creationId xmlns:a16="http://schemas.microsoft.com/office/drawing/2014/main" id="{4A2731DE-CA89-CAC8-9B81-D116FB410961}"/>
              </a:ext>
            </a:extLst>
          </p:cNvPr>
          <p:cNvSpPr txBox="1"/>
          <p:nvPr/>
        </p:nvSpPr>
        <p:spPr>
          <a:xfrm>
            <a:off x="686932" y="2037116"/>
            <a:ext cx="7624150" cy="2565364"/>
          </a:xfrm>
          <a:prstGeom prst="rect">
            <a:avLst/>
          </a:prstGeom>
        </p:spPr>
        <p:txBody>
          <a:bodyPr>
            <a:normAutofit/>
          </a:bodyPr>
          <a:lstStyle/>
          <a:p>
            <a:pPr defTabSz="685800">
              <a:lnSpc>
                <a:spcPct val="90000"/>
              </a:lnSpc>
              <a:spcBef>
                <a:spcPts val="750"/>
              </a:spcBef>
            </a:pPr>
            <a:r>
              <a:rPr lang="en-US" sz="2100" noProof="0" dirty="0"/>
              <a:t>Regulators include agencies such as:</a:t>
            </a:r>
          </a:p>
          <a:p>
            <a:pPr marL="171450" lvl="1" indent="-171450" defTabSz="685800">
              <a:lnSpc>
                <a:spcPct val="90000"/>
              </a:lnSpc>
              <a:spcBef>
                <a:spcPts val="750"/>
              </a:spcBef>
              <a:buFont typeface="Arial" panose="020B0604020202020204" pitchFamily="34" charset="0"/>
              <a:buChar char="•"/>
            </a:pPr>
            <a:r>
              <a:rPr lang="en-US" sz="2100" noProof="0" dirty="0"/>
              <a:t>Securities and Exchange Commission (SEC)</a:t>
            </a:r>
          </a:p>
          <a:p>
            <a:pPr marL="171450" lvl="1" indent="-171450" defTabSz="685800">
              <a:lnSpc>
                <a:spcPct val="90000"/>
              </a:lnSpc>
              <a:spcBef>
                <a:spcPts val="750"/>
              </a:spcBef>
              <a:buFont typeface="Arial" panose="020B0604020202020204" pitchFamily="34" charset="0"/>
              <a:buChar char="•"/>
            </a:pPr>
            <a:r>
              <a:rPr lang="en-US" sz="2100" noProof="0" dirty="0"/>
              <a:t>Occupational Safety and Health Administration (OSHA)</a:t>
            </a:r>
          </a:p>
          <a:p>
            <a:pPr marL="171450" lvl="1" indent="-171450" defTabSz="685800">
              <a:lnSpc>
                <a:spcPct val="90000"/>
              </a:lnSpc>
              <a:spcBef>
                <a:spcPts val="750"/>
              </a:spcBef>
              <a:buFont typeface="Arial" panose="020B0604020202020204" pitchFamily="34" charset="0"/>
              <a:buChar char="•"/>
            </a:pPr>
            <a:r>
              <a:rPr lang="en-US" sz="2100" noProof="0" dirty="0"/>
              <a:t>Equal Employment Opportunity Commission (EEOC)</a:t>
            </a:r>
          </a:p>
          <a:p>
            <a:pPr marL="171450" lvl="1" indent="-171450" defTabSz="685800">
              <a:lnSpc>
                <a:spcPct val="90000"/>
              </a:lnSpc>
              <a:spcBef>
                <a:spcPts val="750"/>
              </a:spcBef>
              <a:buFont typeface="Arial" panose="020B0604020202020204" pitchFamily="34" charset="0"/>
              <a:buChar char="•"/>
            </a:pPr>
            <a:r>
              <a:rPr lang="en-US" sz="2100" noProof="0" dirty="0"/>
              <a:t>National Labor Relations Board (NLRB)</a:t>
            </a:r>
          </a:p>
          <a:p>
            <a:pPr marL="171450" lvl="1" indent="-171450" defTabSz="685800">
              <a:lnSpc>
                <a:spcPct val="90000"/>
              </a:lnSpc>
              <a:spcBef>
                <a:spcPts val="750"/>
              </a:spcBef>
              <a:buFont typeface="Arial" panose="020B0604020202020204" pitchFamily="34" charset="0"/>
              <a:buChar char="•"/>
            </a:pPr>
            <a:r>
              <a:rPr lang="en-US" sz="2100" noProof="0" dirty="0"/>
              <a:t>Office of Federal Contract Compliance Programs (OFCCP)</a:t>
            </a:r>
            <a:endParaRPr lang="en-US" sz="2100" dirty="0"/>
          </a:p>
        </p:txBody>
      </p:sp>
      <p:sp>
        <p:nvSpPr>
          <p:cNvPr id="15" name="Text Placeholder 4">
            <a:extLst>
              <a:ext uri="{FF2B5EF4-FFF2-40B4-BE49-F238E27FC236}">
                <a16:creationId xmlns:a16="http://schemas.microsoft.com/office/drawing/2014/main" id="{5A72EAA9-8047-228E-94FA-E75B0EC91108}"/>
              </a:ext>
            </a:extLst>
          </p:cNvPr>
          <p:cNvSpPr>
            <a:spLocks noGrp="1"/>
          </p:cNvSpPr>
          <p:nvPr>
            <p:ph type="body" sz="quarter" idx="15"/>
          </p:nvPr>
        </p:nvSpPr>
        <p:spPr>
          <a:xfrm>
            <a:off x="2928045" y="6331527"/>
            <a:ext cx="3287910" cy="260843"/>
          </a:xfrm>
        </p:spPr>
        <p:txBody>
          <a:bodyPr/>
          <a:lstStyle/>
          <a:p>
            <a:endParaRPr lang="en-US"/>
          </a:p>
        </p:txBody>
      </p:sp>
      <p:sp>
        <p:nvSpPr>
          <p:cNvPr id="17" name="Text Placeholder 5">
            <a:extLst>
              <a:ext uri="{FF2B5EF4-FFF2-40B4-BE49-F238E27FC236}">
                <a16:creationId xmlns:a16="http://schemas.microsoft.com/office/drawing/2014/main" id="{A57F783B-D8A1-456F-7832-621120C61A42}"/>
              </a:ext>
            </a:extLst>
          </p:cNvPr>
          <p:cNvSpPr>
            <a:spLocks noGrp="1"/>
          </p:cNvSpPr>
          <p:nvPr>
            <p:ph type="body" sz="quarter" idx="13"/>
          </p:nvPr>
        </p:nvSpPr>
        <p:spPr>
          <a:xfrm>
            <a:off x="1562100" y="6684963"/>
            <a:ext cx="6972300" cy="173037"/>
          </a:xfrm>
        </p:spPr>
        <p:txBody>
          <a:bodyPr/>
          <a:lstStyle/>
          <a:p>
            <a:endParaRPr lang="en-US"/>
          </a:p>
        </p:txBody>
      </p:sp>
      <p:sp>
        <p:nvSpPr>
          <p:cNvPr id="7" name="Slide Number Placeholder 6">
            <a:extLst>
              <a:ext uri="{FF2B5EF4-FFF2-40B4-BE49-F238E27FC236}">
                <a16:creationId xmlns:a16="http://schemas.microsoft.com/office/drawing/2014/main" id="{7EF6F935-67F1-4282-8570-2FB3AC29612C}"/>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8</a:t>
            </a:fld>
            <a:endParaRPr lang="en-US"/>
          </a:p>
        </p:txBody>
      </p:sp>
    </p:spTree>
    <p:extLst>
      <p:ext uri="{BB962C8B-B14F-4D97-AF65-F5344CB8AC3E}">
        <p14:creationId xmlns:p14="http://schemas.microsoft.com/office/powerpoint/2010/main" val="1792638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750013-090A-467B-9E46-CF5E7EE63A0B}"/>
              </a:ext>
            </a:extLst>
          </p:cNvPr>
          <p:cNvSpPr>
            <a:spLocks noGrp="1"/>
          </p:cNvSpPr>
          <p:nvPr>
            <p:ph type="title"/>
          </p:nvPr>
        </p:nvSpPr>
        <p:spPr>
          <a:xfrm>
            <a:off x="342900" y="233546"/>
            <a:ext cx="8458200" cy="1427614"/>
          </a:xfrm>
        </p:spPr>
        <p:txBody>
          <a:bodyPr anchor="ctr">
            <a:noAutofit/>
          </a:bodyPr>
          <a:lstStyle/>
          <a:p>
            <a:pPr algn="ctr"/>
            <a:r>
              <a:rPr lang="en-US" sz="5400" b="1" noProof="0" dirty="0">
                <a:solidFill>
                  <a:srgbClr val="FF0000"/>
                </a:solidFill>
                <a:highlight>
                  <a:srgbClr val="FFFF00"/>
                </a:highlight>
              </a:rPr>
              <a:t>Demographics</a:t>
            </a:r>
          </a:p>
        </p:txBody>
      </p:sp>
      <p:sp>
        <p:nvSpPr>
          <p:cNvPr id="15" name="Text Placeholder 3">
            <a:extLst>
              <a:ext uri="{FF2B5EF4-FFF2-40B4-BE49-F238E27FC236}">
                <a16:creationId xmlns:a16="http://schemas.microsoft.com/office/drawing/2014/main" id="{B3CA9A03-230E-DB74-A52B-F40CC4404392}"/>
              </a:ext>
            </a:extLst>
          </p:cNvPr>
          <p:cNvSpPr>
            <a:spLocks noGrp="1"/>
          </p:cNvSpPr>
          <p:nvPr>
            <p:ph type="body" sz="quarter" idx="14"/>
          </p:nvPr>
        </p:nvSpPr>
        <p:spPr>
          <a:xfrm>
            <a:off x="2928045" y="6331527"/>
            <a:ext cx="3287910" cy="260843"/>
          </a:xfrm>
        </p:spPr>
        <p:txBody>
          <a:bodyPr/>
          <a:lstStyle/>
          <a:p>
            <a:endParaRPr lang="en-US"/>
          </a:p>
        </p:txBody>
      </p:sp>
      <p:sp>
        <p:nvSpPr>
          <p:cNvPr id="17" name="Text Placeholder 4">
            <a:extLst>
              <a:ext uri="{FF2B5EF4-FFF2-40B4-BE49-F238E27FC236}">
                <a16:creationId xmlns:a16="http://schemas.microsoft.com/office/drawing/2014/main" id="{AC15A981-BB2B-EAF9-49B2-03BAF3368C94}"/>
              </a:ext>
            </a:extLst>
          </p:cNvPr>
          <p:cNvSpPr>
            <a:spLocks noGrp="1"/>
          </p:cNvSpPr>
          <p:nvPr>
            <p:ph type="body" sz="quarter" idx="13"/>
          </p:nvPr>
        </p:nvSpPr>
        <p:spPr>
          <a:xfrm>
            <a:off x="1562099" y="6684963"/>
            <a:ext cx="6972301" cy="173037"/>
          </a:xfrm>
        </p:spPr>
        <p:txBody>
          <a:bodyPr/>
          <a:lstStyle/>
          <a:p>
            <a:endParaRPr lang="en-US"/>
          </a:p>
        </p:txBody>
      </p:sp>
      <p:sp>
        <p:nvSpPr>
          <p:cNvPr id="7" name="Slide Number Placeholder 6">
            <a:extLst>
              <a:ext uri="{FF2B5EF4-FFF2-40B4-BE49-F238E27FC236}">
                <a16:creationId xmlns:a16="http://schemas.microsoft.com/office/drawing/2014/main" id="{7EF6F935-67F1-4282-8570-2FB3AC29612C}"/>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9</a:t>
            </a:fld>
            <a:endParaRPr lang="en-US"/>
          </a:p>
        </p:txBody>
      </p:sp>
      <p:graphicFrame>
        <p:nvGraphicFramePr>
          <p:cNvPr id="11" name="Content Placeholder 8">
            <a:extLst>
              <a:ext uri="{FF2B5EF4-FFF2-40B4-BE49-F238E27FC236}">
                <a16:creationId xmlns:a16="http://schemas.microsoft.com/office/drawing/2014/main" id="{C663D748-1713-1D41-B83C-C66FCF15DA55}"/>
              </a:ext>
            </a:extLst>
          </p:cNvPr>
          <p:cNvGraphicFramePr>
            <a:graphicFrameLocks noGrp="1"/>
          </p:cNvGraphicFramePr>
          <p:nvPr>
            <p:ph sz="quarter" idx="11"/>
            <p:extLst>
              <p:ext uri="{D42A27DB-BD31-4B8C-83A1-F6EECF244321}">
                <p14:modId xmlns:p14="http://schemas.microsoft.com/office/powerpoint/2010/main" val="1338771896"/>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2694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750013-090A-467B-9E46-CF5E7EE63A0B}"/>
              </a:ext>
            </a:extLst>
          </p:cNvPr>
          <p:cNvSpPr>
            <a:spLocks noGrp="1"/>
          </p:cNvSpPr>
          <p:nvPr>
            <p:ph type="title"/>
          </p:nvPr>
        </p:nvSpPr>
        <p:spPr>
          <a:xfrm>
            <a:off x="261419" y="249605"/>
            <a:ext cx="8458200" cy="1867224"/>
          </a:xfrm>
        </p:spPr>
        <p:txBody>
          <a:bodyPr anchor="ctr">
            <a:noAutofit/>
          </a:bodyPr>
          <a:lstStyle/>
          <a:p>
            <a:pPr algn="ctr"/>
            <a:r>
              <a:rPr lang="en-US" sz="5400" b="1" noProof="0" dirty="0">
                <a:solidFill>
                  <a:srgbClr val="00B050"/>
                </a:solidFill>
                <a:highlight>
                  <a:srgbClr val="FFFF00"/>
                </a:highlight>
              </a:rPr>
              <a:t>Sustainability and the Natural Environment</a:t>
            </a:r>
          </a:p>
        </p:txBody>
      </p:sp>
      <p:sp>
        <p:nvSpPr>
          <p:cNvPr id="34" name="Text Placeholder 4">
            <a:extLst>
              <a:ext uri="{FF2B5EF4-FFF2-40B4-BE49-F238E27FC236}">
                <a16:creationId xmlns:a16="http://schemas.microsoft.com/office/drawing/2014/main" id="{F04F63D6-1BA1-CE15-9C84-456FA8826755}"/>
              </a:ext>
            </a:extLst>
          </p:cNvPr>
          <p:cNvSpPr>
            <a:spLocks noGrp="1"/>
          </p:cNvSpPr>
          <p:nvPr>
            <p:ph type="body" sz="quarter" idx="15"/>
          </p:nvPr>
        </p:nvSpPr>
        <p:spPr>
          <a:xfrm>
            <a:off x="2928045" y="6331527"/>
            <a:ext cx="3287910" cy="260843"/>
          </a:xfrm>
        </p:spPr>
        <p:txBody>
          <a:bodyPr/>
          <a:lstStyle/>
          <a:p>
            <a:endParaRPr lang="en-US"/>
          </a:p>
        </p:txBody>
      </p:sp>
      <p:sp>
        <p:nvSpPr>
          <p:cNvPr id="35" name="Text Placeholder 5">
            <a:extLst>
              <a:ext uri="{FF2B5EF4-FFF2-40B4-BE49-F238E27FC236}">
                <a16:creationId xmlns:a16="http://schemas.microsoft.com/office/drawing/2014/main" id="{6DB567EC-BA0A-C53E-F7D6-9646463B57D1}"/>
              </a:ext>
            </a:extLst>
          </p:cNvPr>
          <p:cNvSpPr>
            <a:spLocks noGrp="1"/>
          </p:cNvSpPr>
          <p:nvPr>
            <p:ph type="body" sz="quarter" idx="13"/>
          </p:nvPr>
        </p:nvSpPr>
        <p:spPr>
          <a:xfrm>
            <a:off x="1562100" y="6684963"/>
            <a:ext cx="6972300" cy="173037"/>
          </a:xfrm>
        </p:spPr>
        <p:txBody>
          <a:bodyPr/>
          <a:lstStyle/>
          <a:p>
            <a:endParaRPr lang="en-US"/>
          </a:p>
        </p:txBody>
      </p:sp>
      <p:sp>
        <p:nvSpPr>
          <p:cNvPr id="7" name="Slide Number Placeholder 6">
            <a:extLst>
              <a:ext uri="{FF2B5EF4-FFF2-40B4-BE49-F238E27FC236}">
                <a16:creationId xmlns:a16="http://schemas.microsoft.com/office/drawing/2014/main" id="{7EF6F935-67F1-4282-8570-2FB3AC29612C}"/>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10</a:t>
            </a:fld>
            <a:endParaRPr lang="en-US"/>
          </a:p>
        </p:txBody>
      </p:sp>
      <p:graphicFrame>
        <p:nvGraphicFramePr>
          <p:cNvPr id="36" name="Content Placeholder 8">
            <a:extLst>
              <a:ext uri="{FF2B5EF4-FFF2-40B4-BE49-F238E27FC236}">
                <a16:creationId xmlns:a16="http://schemas.microsoft.com/office/drawing/2014/main" id="{ABA013AB-A01A-E30C-8EA3-F2BED4D486F6}"/>
              </a:ext>
            </a:extLst>
          </p:cNvPr>
          <p:cNvGraphicFramePr>
            <a:graphicFrameLocks noGrp="1"/>
          </p:cNvGraphicFramePr>
          <p:nvPr>
            <p:ph sz="quarter" idx="11"/>
            <p:extLst>
              <p:ext uri="{D42A27DB-BD31-4B8C-83A1-F6EECF244321}">
                <p14:modId xmlns:p14="http://schemas.microsoft.com/office/powerpoint/2010/main" val="2191174199"/>
              </p:ext>
            </p:extLst>
          </p:nvPr>
        </p:nvGraphicFramePr>
        <p:xfrm>
          <a:off x="327660" y="1915028"/>
          <a:ext cx="8458200" cy="35302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42F2C500-3CD6-45D2-8076-A8AEA5DDD11B}"/>
              </a:ext>
            </a:extLst>
          </p:cNvPr>
          <p:cNvSpPr txBox="1"/>
          <p:nvPr/>
        </p:nvSpPr>
        <p:spPr>
          <a:xfrm>
            <a:off x="607754" y="5638899"/>
            <a:ext cx="6356925" cy="369332"/>
          </a:xfrm>
          <a:prstGeom prst="rect">
            <a:avLst/>
          </a:prstGeom>
          <a:noFill/>
        </p:spPr>
        <p:txBody>
          <a:bodyPr wrap="square">
            <a:spAutoFit/>
          </a:bodyPr>
          <a:lstStyle/>
          <a:p>
            <a:r>
              <a:rPr lang="en-AU" dirty="0"/>
              <a:t>https://www.youtube.com/watch?v=SNag4j0nmKU</a:t>
            </a:r>
          </a:p>
        </p:txBody>
      </p:sp>
    </p:spTree>
    <p:extLst>
      <p:ext uri="{BB962C8B-B14F-4D97-AF65-F5344CB8AC3E}">
        <p14:creationId xmlns:p14="http://schemas.microsoft.com/office/powerpoint/2010/main" val="4058016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93AFF-AA0C-46D1-8B17-B2C91BA1781F}"/>
              </a:ext>
            </a:extLst>
          </p:cNvPr>
          <p:cNvSpPr>
            <a:spLocks noGrp="1"/>
          </p:cNvSpPr>
          <p:nvPr>
            <p:ph type="title"/>
          </p:nvPr>
        </p:nvSpPr>
        <p:spPr>
          <a:xfrm>
            <a:off x="342899" y="798076"/>
            <a:ext cx="8458200" cy="821119"/>
          </a:xfrm>
        </p:spPr>
        <p:txBody>
          <a:bodyPr anchor="ctr">
            <a:normAutofit/>
          </a:bodyPr>
          <a:lstStyle/>
          <a:p>
            <a:pPr algn="ctr"/>
            <a:r>
              <a:rPr lang="en-US" sz="3100" b="1" noProof="0" dirty="0">
                <a:solidFill>
                  <a:srgbClr val="FF0000"/>
                </a:solidFill>
              </a:rPr>
              <a:t>SPOTLIGHT ON . . . Combating Climate Change</a:t>
            </a:r>
          </a:p>
        </p:txBody>
      </p:sp>
      <p:sp>
        <p:nvSpPr>
          <p:cNvPr id="30" name="Content Placeholder 2">
            <a:extLst>
              <a:ext uri="{FF2B5EF4-FFF2-40B4-BE49-F238E27FC236}">
                <a16:creationId xmlns:a16="http://schemas.microsoft.com/office/drawing/2014/main" id="{BF6887BA-37A6-45A2-8E9B-50494E6F8676}"/>
              </a:ext>
            </a:extLst>
          </p:cNvPr>
          <p:cNvSpPr>
            <a:spLocks noGrp="1"/>
          </p:cNvSpPr>
          <p:nvPr>
            <p:ph sz="quarter" idx="11"/>
          </p:nvPr>
        </p:nvSpPr>
        <p:spPr>
          <a:xfrm>
            <a:off x="655810" y="2145756"/>
            <a:ext cx="7832379" cy="2838091"/>
          </a:xfrm>
        </p:spPr>
        <p:txBody>
          <a:bodyPr>
            <a:normAutofit/>
          </a:bodyPr>
          <a:lstStyle/>
          <a:p>
            <a:r>
              <a:rPr lang="en-US" noProof="0" dirty="0"/>
              <a:t>Combating climate change will require efforts from individuals, governments, nonprofits, and businesses alike. </a:t>
            </a:r>
          </a:p>
          <a:p>
            <a:r>
              <a:rPr lang="en-US" noProof="0" dirty="0"/>
              <a:t>The impact of any one person, just as with one company, will be minimal. Collectively, however, positive change is possible.</a:t>
            </a:r>
          </a:p>
          <a:p>
            <a:pPr marL="402336" indent="-402336">
              <a:buFont typeface="+mj-lt"/>
              <a:buAutoNum type="arabicPeriod"/>
            </a:pPr>
            <a:r>
              <a:rPr lang="en-US" i="1" noProof="0" dirty="0"/>
              <a:t>What do you think the role of business should be in relation to the environment?</a:t>
            </a:r>
          </a:p>
          <a:p>
            <a:pPr marL="402336" indent="-402336">
              <a:buFont typeface="+mj-lt"/>
              <a:buAutoNum type="arabicPeriod"/>
            </a:pPr>
            <a:r>
              <a:rPr lang="en-US" i="1" noProof="0" dirty="0"/>
              <a:t>Do you patronize businesses, or might you choose an employer, based on their sustainability efforts? Why or why not?</a:t>
            </a:r>
          </a:p>
        </p:txBody>
      </p:sp>
      <p:sp>
        <p:nvSpPr>
          <p:cNvPr id="32" name="Text Placeholder 4">
            <a:extLst>
              <a:ext uri="{FF2B5EF4-FFF2-40B4-BE49-F238E27FC236}">
                <a16:creationId xmlns:a16="http://schemas.microsoft.com/office/drawing/2014/main" id="{AD41A032-60EC-9078-6CF2-9A8382071B6A}"/>
              </a:ext>
            </a:extLst>
          </p:cNvPr>
          <p:cNvSpPr>
            <a:spLocks noGrp="1"/>
          </p:cNvSpPr>
          <p:nvPr>
            <p:ph type="body" sz="quarter" idx="15"/>
          </p:nvPr>
        </p:nvSpPr>
        <p:spPr>
          <a:xfrm>
            <a:off x="2928045" y="6331527"/>
            <a:ext cx="3287910" cy="260843"/>
          </a:xfrm>
        </p:spPr>
        <p:txBody>
          <a:bodyPr/>
          <a:lstStyle/>
          <a:p>
            <a:endParaRPr lang="en-US"/>
          </a:p>
        </p:txBody>
      </p:sp>
      <p:sp>
        <p:nvSpPr>
          <p:cNvPr id="33" name="Text Placeholder 5">
            <a:extLst>
              <a:ext uri="{FF2B5EF4-FFF2-40B4-BE49-F238E27FC236}">
                <a16:creationId xmlns:a16="http://schemas.microsoft.com/office/drawing/2014/main" id="{F8A46E54-52A2-CFBF-59FA-7ED0AE24183B}"/>
              </a:ext>
            </a:extLst>
          </p:cNvPr>
          <p:cNvSpPr>
            <a:spLocks noGrp="1"/>
          </p:cNvSpPr>
          <p:nvPr>
            <p:ph type="body" sz="quarter" idx="13"/>
          </p:nvPr>
        </p:nvSpPr>
        <p:spPr>
          <a:xfrm>
            <a:off x="1562100" y="6684963"/>
            <a:ext cx="6972300" cy="173037"/>
          </a:xfrm>
        </p:spPr>
        <p:txBody>
          <a:bodyPr/>
          <a:lstStyle/>
          <a:p>
            <a:endParaRPr lang="en-US"/>
          </a:p>
        </p:txBody>
      </p:sp>
      <p:sp>
        <p:nvSpPr>
          <p:cNvPr id="11" name="Slide Number Placeholder 10">
            <a:extLst>
              <a:ext uri="{FF2B5EF4-FFF2-40B4-BE49-F238E27FC236}">
                <a16:creationId xmlns:a16="http://schemas.microsoft.com/office/drawing/2014/main" id="{E536FA29-8A69-44A7-A76D-60A5C1247396}"/>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11</a:t>
            </a:fld>
            <a:endParaRPr lang="en-US"/>
          </a:p>
        </p:txBody>
      </p:sp>
    </p:spTree>
    <p:extLst>
      <p:ext uri="{BB962C8B-B14F-4D97-AF65-F5344CB8AC3E}">
        <p14:creationId xmlns:p14="http://schemas.microsoft.com/office/powerpoint/2010/main" val="2109210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342900" y="233546"/>
            <a:ext cx="8458200" cy="821119"/>
          </a:xfrm>
        </p:spPr>
        <p:txBody>
          <a:bodyPr anchor="ctr">
            <a:normAutofit/>
          </a:bodyPr>
          <a:lstStyle/>
          <a:p>
            <a:r>
              <a:rPr lang="en-US" sz="1200" noProof="0" dirty="0"/>
              <a:t>Exhibit 2.4 </a:t>
            </a:r>
            <a:r>
              <a:rPr lang="en-US" b="1" noProof="0" dirty="0">
                <a:highlight>
                  <a:srgbClr val="FFFF00"/>
                </a:highlight>
              </a:rPr>
              <a:t>The Competitive Environment</a:t>
            </a:r>
          </a:p>
        </p:txBody>
      </p:sp>
      <p:pic>
        <p:nvPicPr>
          <p:cNvPr id="3" name="Picture 2" descr="A competitive environment involving rival firms is impacted by new entrants, suppliers, customers, substitutes and complements.">
            <a:extLst>
              <a:ext uri="{FF2B5EF4-FFF2-40B4-BE49-F238E27FC236}">
                <a16:creationId xmlns:a16="http://schemas.microsoft.com/office/drawing/2014/main" id="{C8A06216-C96B-436D-8E16-5868051FEA63}"/>
              </a:ext>
            </a:extLst>
          </p:cNvPr>
          <p:cNvPicPr>
            <a:picLocks noChangeAspect="1"/>
          </p:cNvPicPr>
          <p:nvPr/>
        </p:nvPicPr>
        <p:blipFill>
          <a:blip r:embed="rId3"/>
          <a:stretch>
            <a:fillRect/>
          </a:stretch>
        </p:blipFill>
        <p:spPr>
          <a:xfrm>
            <a:off x="1374771" y="1276709"/>
            <a:ext cx="6394458" cy="4971691"/>
          </a:xfrm>
          <a:prstGeom prst="rect">
            <a:avLst/>
          </a:prstGeom>
          <a:noFill/>
        </p:spPr>
      </p:pic>
      <p:sp>
        <p:nvSpPr>
          <p:cNvPr id="24583" name="Text Placeholder 3">
            <a:extLst>
              <a:ext uri="{FF2B5EF4-FFF2-40B4-BE49-F238E27FC236}">
                <a16:creationId xmlns:a16="http://schemas.microsoft.com/office/drawing/2014/main" id="{AEAE038A-E95A-BCC0-F348-EBF914CB5D55}"/>
              </a:ext>
            </a:extLst>
          </p:cNvPr>
          <p:cNvSpPr>
            <a:spLocks noGrp="1"/>
          </p:cNvSpPr>
          <p:nvPr>
            <p:ph type="body" sz="quarter" idx="14"/>
          </p:nvPr>
        </p:nvSpPr>
        <p:spPr>
          <a:xfrm>
            <a:off x="2928045" y="6331527"/>
            <a:ext cx="3287910" cy="260843"/>
          </a:xfrm>
        </p:spPr>
        <p:txBody>
          <a:bodyPr/>
          <a:lstStyle/>
          <a:p>
            <a:endParaRPr lang="en-US"/>
          </a:p>
        </p:txBody>
      </p:sp>
      <p:sp>
        <p:nvSpPr>
          <p:cNvPr id="24585" name="Text Placeholder 4">
            <a:extLst>
              <a:ext uri="{FF2B5EF4-FFF2-40B4-BE49-F238E27FC236}">
                <a16:creationId xmlns:a16="http://schemas.microsoft.com/office/drawing/2014/main" id="{8295D0F0-9A67-17BA-5D6C-019F7C7F6BF9}"/>
              </a:ext>
            </a:extLst>
          </p:cNvPr>
          <p:cNvSpPr>
            <a:spLocks noGrp="1"/>
          </p:cNvSpPr>
          <p:nvPr>
            <p:ph type="body" sz="quarter" idx="13"/>
          </p:nvPr>
        </p:nvSpPr>
        <p:spPr>
          <a:xfrm>
            <a:off x="1562099" y="6684963"/>
            <a:ext cx="6972301" cy="173037"/>
          </a:xfrm>
        </p:spPr>
        <p:txBody>
          <a:bodyPr/>
          <a:lstStyle/>
          <a:p>
            <a:endParaRPr lang="en-US"/>
          </a:p>
        </p:txBody>
      </p:sp>
      <p:sp>
        <p:nvSpPr>
          <p:cNvPr id="5" name="Slide Number Placeholder 5">
            <a:extLst>
              <a:ext uri="{FF2B5EF4-FFF2-40B4-BE49-F238E27FC236}">
                <a16:creationId xmlns:a16="http://schemas.microsoft.com/office/drawing/2014/main" id="{6A562DBC-CB85-470D-B2BD-7E8FB31B909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800" b="0" i="0" u="none" strike="noStrike" kern="1200" cap="none" spc="0" normalizeH="0" baseline="0" noProof="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69394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93AFF-AA0C-46D1-8B17-B2C91BA1781F}"/>
              </a:ext>
            </a:extLst>
          </p:cNvPr>
          <p:cNvSpPr>
            <a:spLocks noGrp="1"/>
          </p:cNvSpPr>
          <p:nvPr>
            <p:ph type="title"/>
          </p:nvPr>
        </p:nvSpPr>
        <p:spPr>
          <a:xfrm>
            <a:off x="342900" y="819306"/>
            <a:ext cx="8458200" cy="821119"/>
          </a:xfrm>
        </p:spPr>
        <p:txBody>
          <a:bodyPr anchor="ctr">
            <a:normAutofit/>
          </a:bodyPr>
          <a:lstStyle/>
          <a:p>
            <a:pPr algn="ctr"/>
            <a:r>
              <a:rPr lang="en-US" b="1" noProof="0" dirty="0">
                <a:highlight>
                  <a:srgbClr val="FFFF00"/>
                </a:highlight>
              </a:rPr>
              <a:t>Competitors</a:t>
            </a:r>
          </a:p>
        </p:txBody>
      </p:sp>
      <p:sp>
        <p:nvSpPr>
          <p:cNvPr id="3" name="Content Placeholder 2">
            <a:extLst>
              <a:ext uri="{FF2B5EF4-FFF2-40B4-BE49-F238E27FC236}">
                <a16:creationId xmlns:a16="http://schemas.microsoft.com/office/drawing/2014/main" id="{BF6887BA-37A6-45A2-8E9B-50494E6F8676}"/>
              </a:ext>
            </a:extLst>
          </p:cNvPr>
          <p:cNvSpPr>
            <a:spLocks noGrp="1"/>
          </p:cNvSpPr>
          <p:nvPr>
            <p:ph sz="quarter" idx="11"/>
          </p:nvPr>
        </p:nvSpPr>
        <p:spPr>
          <a:xfrm>
            <a:off x="1319543" y="2354072"/>
            <a:ext cx="6122406" cy="1729041"/>
          </a:xfrm>
        </p:spPr>
        <p:txBody>
          <a:bodyPr>
            <a:normAutofit/>
          </a:bodyPr>
          <a:lstStyle/>
          <a:p>
            <a:pPr marL="0" indent="0">
              <a:buNone/>
            </a:pPr>
            <a:r>
              <a:rPr lang="en-US" noProof="0" dirty="0"/>
              <a:t>Competition is most intense when:</a:t>
            </a:r>
          </a:p>
          <a:p>
            <a:pPr lvl="1"/>
            <a:r>
              <a:rPr lang="en-US" sz="2100" noProof="0" dirty="0"/>
              <a:t>There are many direct competitors.</a:t>
            </a:r>
          </a:p>
          <a:p>
            <a:pPr lvl="1"/>
            <a:r>
              <a:rPr lang="en-US" sz="2100" noProof="0" dirty="0"/>
              <a:t>Industry growth is slow.</a:t>
            </a:r>
          </a:p>
          <a:p>
            <a:pPr lvl="1"/>
            <a:r>
              <a:rPr lang="en-US" sz="2100" noProof="0" dirty="0"/>
              <a:t>Product/service is not easily differentiated</a:t>
            </a:r>
          </a:p>
        </p:txBody>
      </p:sp>
      <p:sp>
        <p:nvSpPr>
          <p:cNvPr id="16" name="Text Placeholder 3">
            <a:extLst>
              <a:ext uri="{FF2B5EF4-FFF2-40B4-BE49-F238E27FC236}">
                <a16:creationId xmlns:a16="http://schemas.microsoft.com/office/drawing/2014/main" id="{F457B211-6789-E389-D2C4-6B78F505AD16}"/>
              </a:ext>
            </a:extLst>
          </p:cNvPr>
          <p:cNvSpPr>
            <a:spLocks noGrp="1"/>
          </p:cNvSpPr>
          <p:nvPr>
            <p:ph type="body" sz="quarter" idx="14"/>
          </p:nvPr>
        </p:nvSpPr>
        <p:spPr>
          <a:xfrm>
            <a:off x="2928045" y="6331527"/>
            <a:ext cx="3287910" cy="260843"/>
          </a:xfrm>
        </p:spPr>
        <p:txBody>
          <a:bodyPr/>
          <a:lstStyle/>
          <a:p>
            <a:endParaRPr lang="en-US"/>
          </a:p>
        </p:txBody>
      </p:sp>
      <p:sp>
        <p:nvSpPr>
          <p:cNvPr id="18" name="Text Placeholder 4">
            <a:extLst>
              <a:ext uri="{FF2B5EF4-FFF2-40B4-BE49-F238E27FC236}">
                <a16:creationId xmlns:a16="http://schemas.microsoft.com/office/drawing/2014/main" id="{836CC20A-9F65-9CF6-BFF2-F785065D9D48}"/>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E536FA29-8A69-44A7-A76D-60A5C1247396}"/>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13</a:t>
            </a:fld>
            <a:endParaRPr lang="en-US"/>
          </a:p>
        </p:txBody>
      </p:sp>
    </p:spTree>
    <p:extLst>
      <p:ext uri="{BB962C8B-B14F-4D97-AF65-F5344CB8AC3E}">
        <p14:creationId xmlns:p14="http://schemas.microsoft.com/office/powerpoint/2010/main" val="1814638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750013-090A-467B-9E46-CF5E7EE63A0B}"/>
              </a:ext>
            </a:extLst>
          </p:cNvPr>
          <p:cNvSpPr>
            <a:spLocks noGrp="1"/>
          </p:cNvSpPr>
          <p:nvPr>
            <p:ph type="title"/>
          </p:nvPr>
        </p:nvSpPr>
        <p:spPr>
          <a:xfrm>
            <a:off x="261419" y="731468"/>
            <a:ext cx="8458200" cy="821119"/>
          </a:xfrm>
        </p:spPr>
        <p:txBody>
          <a:bodyPr anchor="ctr">
            <a:normAutofit/>
          </a:bodyPr>
          <a:lstStyle/>
          <a:p>
            <a:pPr algn="ctr"/>
            <a:r>
              <a:rPr lang="en-US" b="1" noProof="0" dirty="0">
                <a:highlight>
                  <a:srgbClr val="FFFF00"/>
                </a:highlight>
              </a:rPr>
              <a:t>New Entrants</a:t>
            </a:r>
          </a:p>
        </p:txBody>
      </p:sp>
      <p:sp>
        <p:nvSpPr>
          <p:cNvPr id="9" name="Content Placeholder 8">
            <a:extLst>
              <a:ext uri="{FF2B5EF4-FFF2-40B4-BE49-F238E27FC236}">
                <a16:creationId xmlns:a16="http://schemas.microsoft.com/office/drawing/2014/main" id="{ADC92AED-DC6B-43F8-A2E4-D28F2201E7A4}"/>
              </a:ext>
            </a:extLst>
          </p:cNvPr>
          <p:cNvSpPr>
            <a:spLocks noGrp="1"/>
          </p:cNvSpPr>
          <p:nvPr>
            <p:ph sz="quarter" idx="11"/>
          </p:nvPr>
        </p:nvSpPr>
        <p:spPr>
          <a:xfrm>
            <a:off x="342900" y="2274050"/>
            <a:ext cx="8458200" cy="2838091"/>
          </a:xfrm>
        </p:spPr>
        <p:txBody>
          <a:bodyPr>
            <a:normAutofit/>
          </a:bodyPr>
          <a:lstStyle/>
          <a:p>
            <a:pPr marL="0" indent="0">
              <a:buNone/>
            </a:pPr>
            <a:r>
              <a:rPr lang="en-US" b="1" noProof="0" dirty="0"/>
              <a:t>Barriers to Entry:</a:t>
            </a:r>
          </a:p>
          <a:p>
            <a:pPr lvl="1"/>
            <a:r>
              <a:rPr lang="en-US" sz="2100" noProof="0" dirty="0"/>
              <a:t>Conditions that prevent new companies from entering an industry.</a:t>
            </a:r>
          </a:p>
          <a:p>
            <a:pPr lvl="1"/>
            <a:r>
              <a:rPr lang="en-US" sz="2100" noProof="0" dirty="0"/>
              <a:t>Government policy, capital requirements, brand identification, cost disadvantages, and distribution channels.</a:t>
            </a:r>
          </a:p>
        </p:txBody>
      </p:sp>
      <p:sp>
        <p:nvSpPr>
          <p:cNvPr id="16" name="Text Placeholder 4">
            <a:extLst>
              <a:ext uri="{FF2B5EF4-FFF2-40B4-BE49-F238E27FC236}">
                <a16:creationId xmlns:a16="http://schemas.microsoft.com/office/drawing/2014/main" id="{0B220CBB-77DD-A93E-7692-748A65B96582}"/>
              </a:ext>
            </a:extLst>
          </p:cNvPr>
          <p:cNvSpPr>
            <a:spLocks noGrp="1"/>
          </p:cNvSpPr>
          <p:nvPr>
            <p:ph type="body" sz="quarter" idx="15"/>
          </p:nvPr>
        </p:nvSpPr>
        <p:spPr>
          <a:xfrm>
            <a:off x="2928045" y="6331527"/>
            <a:ext cx="3287910" cy="260843"/>
          </a:xfrm>
        </p:spPr>
        <p:txBody>
          <a:bodyPr/>
          <a:lstStyle/>
          <a:p>
            <a:endParaRPr lang="en-US"/>
          </a:p>
        </p:txBody>
      </p:sp>
      <p:sp>
        <p:nvSpPr>
          <p:cNvPr id="18" name="Text Placeholder 5">
            <a:extLst>
              <a:ext uri="{FF2B5EF4-FFF2-40B4-BE49-F238E27FC236}">
                <a16:creationId xmlns:a16="http://schemas.microsoft.com/office/drawing/2014/main" id="{D5E971D6-0DE9-5497-8107-E475A6CC1656}"/>
              </a:ext>
            </a:extLst>
          </p:cNvPr>
          <p:cNvSpPr>
            <a:spLocks noGrp="1"/>
          </p:cNvSpPr>
          <p:nvPr>
            <p:ph type="body" sz="quarter" idx="13"/>
          </p:nvPr>
        </p:nvSpPr>
        <p:spPr>
          <a:xfrm>
            <a:off x="1562100" y="6684963"/>
            <a:ext cx="6972300" cy="173037"/>
          </a:xfrm>
        </p:spPr>
        <p:txBody>
          <a:bodyPr/>
          <a:lstStyle/>
          <a:p>
            <a:endParaRPr lang="en-US"/>
          </a:p>
        </p:txBody>
      </p:sp>
      <p:sp>
        <p:nvSpPr>
          <p:cNvPr id="7" name="Slide Number Placeholder 6">
            <a:extLst>
              <a:ext uri="{FF2B5EF4-FFF2-40B4-BE49-F238E27FC236}">
                <a16:creationId xmlns:a16="http://schemas.microsoft.com/office/drawing/2014/main" id="{7EF6F935-67F1-4282-8570-2FB3AC29612C}"/>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14</a:t>
            </a:fld>
            <a:endParaRPr lang="en-US"/>
          </a:p>
        </p:txBody>
      </p:sp>
    </p:spTree>
    <p:extLst>
      <p:ext uri="{BB962C8B-B14F-4D97-AF65-F5344CB8AC3E}">
        <p14:creationId xmlns:p14="http://schemas.microsoft.com/office/powerpoint/2010/main" val="2692419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0DF4-9F2B-4B0B-B188-97E1BEC981E1}"/>
              </a:ext>
            </a:extLst>
          </p:cNvPr>
          <p:cNvSpPr>
            <a:spLocks noGrp="1"/>
          </p:cNvSpPr>
          <p:nvPr>
            <p:ph type="title"/>
          </p:nvPr>
        </p:nvSpPr>
        <p:spPr>
          <a:xfrm>
            <a:off x="342900" y="233546"/>
            <a:ext cx="8458200" cy="821119"/>
          </a:xfrm>
        </p:spPr>
        <p:txBody>
          <a:bodyPr anchor="ctr">
            <a:normAutofit/>
          </a:bodyPr>
          <a:lstStyle/>
          <a:p>
            <a:pPr algn="ctr"/>
            <a:r>
              <a:rPr lang="en-US" b="1" noProof="0" dirty="0">
                <a:highlight>
                  <a:srgbClr val="FFFF00"/>
                </a:highlight>
              </a:rPr>
              <a:t>Substitutes and Complements</a:t>
            </a:r>
          </a:p>
        </p:txBody>
      </p:sp>
      <p:sp>
        <p:nvSpPr>
          <p:cNvPr id="26" name="Text Placeholder 3">
            <a:extLst>
              <a:ext uri="{FF2B5EF4-FFF2-40B4-BE49-F238E27FC236}">
                <a16:creationId xmlns:a16="http://schemas.microsoft.com/office/drawing/2014/main" id="{E90FC53A-8685-4A11-F6D1-4ECEF4DE4923}"/>
              </a:ext>
            </a:extLst>
          </p:cNvPr>
          <p:cNvSpPr>
            <a:spLocks noGrp="1"/>
          </p:cNvSpPr>
          <p:nvPr>
            <p:ph type="body" sz="quarter" idx="14"/>
          </p:nvPr>
        </p:nvSpPr>
        <p:spPr>
          <a:xfrm>
            <a:off x="2928045" y="6331527"/>
            <a:ext cx="3287910" cy="260843"/>
          </a:xfrm>
        </p:spPr>
        <p:txBody>
          <a:bodyPr/>
          <a:lstStyle/>
          <a:p>
            <a:endParaRPr lang="en-US"/>
          </a:p>
        </p:txBody>
      </p:sp>
      <p:sp>
        <p:nvSpPr>
          <p:cNvPr id="27" name="Text Placeholder 4">
            <a:extLst>
              <a:ext uri="{FF2B5EF4-FFF2-40B4-BE49-F238E27FC236}">
                <a16:creationId xmlns:a16="http://schemas.microsoft.com/office/drawing/2014/main" id="{7316CF3D-5B70-C6B1-CEB2-D4576F922246}"/>
              </a:ext>
            </a:extLst>
          </p:cNvPr>
          <p:cNvSpPr>
            <a:spLocks noGrp="1"/>
          </p:cNvSpPr>
          <p:nvPr>
            <p:ph type="body" sz="quarter" idx="13"/>
          </p:nvPr>
        </p:nvSpPr>
        <p:spPr>
          <a:xfrm>
            <a:off x="1562099" y="6684963"/>
            <a:ext cx="6972301" cy="173037"/>
          </a:xfrm>
        </p:spPr>
        <p:txBody>
          <a:bodyPr/>
          <a:lstStyle/>
          <a:p>
            <a:endParaRPr lang="en-US"/>
          </a:p>
        </p:txBody>
      </p:sp>
      <p:sp>
        <p:nvSpPr>
          <p:cNvPr id="7" name="Slide Number Placeholder 6">
            <a:extLst>
              <a:ext uri="{FF2B5EF4-FFF2-40B4-BE49-F238E27FC236}">
                <a16:creationId xmlns:a16="http://schemas.microsoft.com/office/drawing/2014/main" id="{5D8106CB-4D76-47CA-86A3-FA3E93C96D96}"/>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15</a:t>
            </a:fld>
            <a:endParaRPr lang="en-US"/>
          </a:p>
        </p:txBody>
      </p:sp>
      <p:graphicFrame>
        <p:nvGraphicFramePr>
          <p:cNvPr id="28" name="Content Placeholder 2">
            <a:extLst>
              <a:ext uri="{FF2B5EF4-FFF2-40B4-BE49-F238E27FC236}">
                <a16:creationId xmlns:a16="http://schemas.microsoft.com/office/drawing/2014/main" id="{1FE14FDF-D8D3-D6D1-8FCA-B55DCBB270EB}"/>
              </a:ext>
            </a:extLst>
          </p:cNvPr>
          <p:cNvGraphicFramePr>
            <a:graphicFrameLocks noGrp="1"/>
          </p:cNvGraphicFramePr>
          <p:nvPr>
            <p:ph sz="quarter" idx="11"/>
            <p:extLst>
              <p:ext uri="{D42A27DB-BD31-4B8C-83A1-F6EECF244321}">
                <p14:modId xmlns:p14="http://schemas.microsoft.com/office/powerpoint/2010/main" val="3829711636"/>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5500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63CD7-285A-4E19-9CC9-862134541006}"/>
              </a:ext>
            </a:extLst>
          </p:cNvPr>
          <p:cNvSpPr>
            <a:spLocks noGrp="1"/>
          </p:cNvSpPr>
          <p:nvPr>
            <p:ph type="title"/>
          </p:nvPr>
        </p:nvSpPr>
        <p:spPr>
          <a:xfrm>
            <a:off x="342900" y="233546"/>
            <a:ext cx="8458200" cy="821119"/>
          </a:xfrm>
        </p:spPr>
        <p:txBody>
          <a:bodyPr anchor="ctr">
            <a:normAutofit/>
          </a:bodyPr>
          <a:lstStyle/>
          <a:p>
            <a:r>
              <a:rPr lang="en-US" sz="1400" noProof="0" dirty="0"/>
              <a:t>Exhibit 2.5 </a:t>
            </a:r>
            <a:r>
              <a:rPr lang="en-US" sz="2800" b="1" noProof="0" dirty="0">
                <a:highlight>
                  <a:srgbClr val="FFFF00"/>
                </a:highlight>
              </a:rPr>
              <a:t>Potential Substitutes and Complements</a:t>
            </a:r>
          </a:p>
        </p:txBody>
      </p:sp>
      <p:sp>
        <p:nvSpPr>
          <p:cNvPr id="15" name="Text Placeholder 3">
            <a:extLst>
              <a:ext uri="{FF2B5EF4-FFF2-40B4-BE49-F238E27FC236}">
                <a16:creationId xmlns:a16="http://schemas.microsoft.com/office/drawing/2014/main" id="{BB09EDB1-C90C-FBBA-1DD5-F4BF9E64E068}"/>
              </a:ext>
            </a:extLst>
          </p:cNvPr>
          <p:cNvSpPr>
            <a:spLocks noGrp="1"/>
          </p:cNvSpPr>
          <p:nvPr>
            <p:ph type="body" sz="quarter" idx="14"/>
          </p:nvPr>
        </p:nvSpPr>
        <p:spPr>
          <a:xfrm>
            <a:off x="2928045" y="6331527"/>
            <a:ext cx="3287910" cy="260843"/>
          </a:xfrm>
        </p:spPr>
        <p:txBody>
          <a:bodyPr/>
          <a:lstStyle/>
          <a:p>
            <a:endParaRPr lang="en-US"/>
          </a:p>
        </p:txBody>
      </p:sp>
      <p:sp>
        <p:nvSpPr>
          <p:cNvPr id="16" name="Text Placeholder 4">
            <a:extLst>
              <a:ext uri="{FF2B5EF4-FFF2-40B4-BE49-F238E27FC236}">
                <a16:creationId xmlns:a16="http://schemas.microsoft.com/office/drawing/2014/main" id="{733CA0AC-DFA2-83FB-CB99-68AA1CA8647A}"/>
              </a:ext>
            </a:extLst>
          </p:cNvPr>
          <p:cNvSpPr>
            <a:spLocks noGrp="1"/>
          </p:cNvSpPr>
          <p:nvPr>
            <p:ph type="body" sz="quarter" idx="13"/>
          </p:nvPr>
        </p:nvSpPr>
        <p:spPr>
          <a:xfrm>
            <a:off x="1562099" y="6684963"/>
            <a:ext cx="6972301" cy="173037"/>
          </a:xfrm>
        </p:spPr>
        <p:txBody>
          <a:bodyPr/>
          <a:lstStyle/>
          <a:p>
            <a:endParaRPr lang="en-US"/>
          </a:p>
        </p:txBody>
      </p:sp>
      <p:sp>
        <p:nvSpPr>
          <p:cNvPr id="6" name="Slide Number Placeholder 5">
            <a:extLst>
              <a:ext uri="{FF2B5EF4-FFF2-40B4-BE49-F238E27FC236}">
                <a16:creationId xmlns:a16="http://schemas.microsoft.com/office/drawing/2014/main" id="{FC34BF28-340F-4B95-8347-4AD24A43B89E}"/>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16</a:t>
            </a:fld>
            <a:endParaRPr lang="en-US"/>
          </a:p>
        </p:txBody>
      </p:sp>
      <p:graphicFrame>
        <p:nvGraphicFramePr>
          <p:cNvPr id="7" name="Table 7">
            <a:extLst>
              <a:ext uri="{FF2B5EF4-FFF2-40B4-BE49-F238E27FC236}">
                <a16:creationId xmlns:a16="http://schemas.microsoft.com/office/drawing/2014/main" id="{AEF575E3-A01C-4289-BC6F-7389FA9BC69B}"/>
              </a:ext>
            </a:extLst>
          </p:cNvPr>
          <p:cNvGraphicFramePr>
            <a:graphicFrameLocks noGrp="1"/>
          </p:cNvGraphicFramePr>
          <p:nvPr>
            <p:extLst>
              <p:ext uri="{D42A27DB-BD31-4B8C-83A1-F6EECF244321}">
                <p14:modId xmlns:p14="http://schemas.microsoft.com/office/powerpoint/2010/main" val="95520004"/>
              </p:ext>
            </p:extLst>
          </p:nvPr>
        </p:nvGraphicFramePr>
        <p:xfrm>
          <a:off x="342900" y="1397126"/>
          <a:ext cx="8458200" cy="4730860"/>
        </p:xfrm>
        <a:graphic>
          <a:graphicData uri="http://schemas.openxmlformats.org/drawingml/2006/table">
            <a:tbl>
              <a:tblPr firstRow="1" bandRow="1">
                <a:tableStyleId>{5C22544A-7EE6-4342-B048-85BDC9FD1C3A}</a:tableStyleId>
              </a:tblPr>
              <a:tblGrid>
                <a:gridCol w="4229100">
                  <a:extLst>
                    <a:ext uri="{9D8B030D-6E8A-4147-A177-3AD203B41FA5}">
                      <a16:colId xmlns:a16="http://schemas.microsoft.com/office/drawing/2014/main" val="601830127"/>
                    </a:ext>
                  </a:extLst>
                </a:gridCol>
                <a:gridCol w="4229100">
                  <a:extLst>
                    <a:ext uri="{9D8B030D-6E8A-4147-A177-3AD203B41FA5}">
                      <a16:colId xmlns:a16="http://schemas.microsoft.com/office/drawing/2014/main" val="2612150242"/>
                    </a:ext>
                  </a:extLst>
                </a:gridCol>
              </a:tblGrid>
              <a:tr h="473086">
                <a:tc>
                  <a:txBody>
                    <a:bodyPr/>
                    <a:lstStyle/>
                    <a:p>
                      <a:r>
                        <a:rPr lang="en-US" sz="2100" b="1"/>
                        <a:t>If the Product Is . . .</a:t>
                      </a:r>
                    </a:p>
                  </a:txBody>
                  <a:tcPr marL="107519" marR="107519" marT="53760" marB="53760">
                    <a:solidFill>
                      <a:srgbClr val="C00000"/>
                    </a:solidFill>
                  </a:tcPr>
                </a:tc>
                <a:tc>
                  <a:txBody>
                    <a:bodyPr/>
                    <a:lstStyle/>
                    <a:p>
                      <a:r>
                        <a:rPr lang="en-US" sz="2100" b="1"/>
                        <a:t>The Substitute Might Be . . .</a:t>
                      </a:r>
                    </a:p>
                  </a:txBody>
                  <a:tcPr marL="107519" marR="107519" marT="53760" marB="53760">
                    <a:solidFill>
                      <a:srgbClr val="C00000"/>
                    </a:solidFill>
                  </a:tcPr>
                </a:tc>
                <a:extLst>
                  <a:ext uri="{0D108BD9-81ED-4DB2-BD59-A6C34878D82A}">
                    <a16:rowId xmlns:a16="http://schemas.microsoft.com/office/drawing/2014/main" val="1604460980"/>
                  </a:ext>
                </a:extLst>
              </a:tr>
              <a:tr h="473086">
                <a:tc>
                  <a:txBody>
                    <a:bodyPr/>
                    <a:lstStyle/>
                    <a:p>
                      <a:r>
                        <a:rPr lang="en-US" sz="2100"/>
                        <a:t>Chipotle Burrito Bowl</a:t>
                      </a:r>
                    </a:p>
                  </a:txBody>
                  <a:tcPr marL="107519" marR="107519" marT="53760" marB="53760"/>
                </a:tc>
                <a:tc>
                  <a:txBody>
                    <a:bodyPr/>
                    <a:lstStyle/>
                    <a:p>
                      <a:r>
                        <a:rPr lang="en-US" sz="2100"/>
                        <a:t>Chick-fil-A meal</a:t>
                      </a:r>
                    </a:p>
                  </a:txBody>
                  <a:tcPr marL="107519" marR="107519" marT="53760" marB="53760"/>
                </a:tc>
                <a:extLst>
                  <a:ext uri="{0D108BD9-81ED-4DB2-BD59-A6C34878D82A}">
                    <a16:rowId xmlns:a16="http://schemas.microsoft.com/office/drawing/2014/main" val="1565547203"/>
                  </a:ext>
                </a:extLst>
              </a:tr>
              <a:tr h="473086">
                <a:tc>
                  <a:txBody>
                    <a:bodyPr/>
                    <a:lstStyle/>
                    <a:p>
                      <a:r>
                        <a:rPr lang="en-US" sz="2100"/>
                        <a:t>Apple Watch</a:t>
                      </a:r>
                    </a:p>
                  </a:txBody>
                  <a:tcPr marL="107519" marR="107519" marT="53760" marB="53760"/>
                </a:tc>
                <a:tc>
                  <a:txBody>
                    <a:bodyPr/>
                    <a:lstStyle/>
                    <a:p>
                      <a:r>
                        <a:rPr lang="en-US" sz="2100"/>
                        <a:t>Samsung Galaxy Watch</a:t>
                      </a:r>
                    </a:p>
                  </a:txBody>
                  <a:tcPr marL="107519" marR="107519" marT="53760" marB="53760"/>
                </a:tc>
                <a:extLst>
                  <a:ext uri="{0D108BD9-81ED-4DB2-BD59-A6C34878D82A}">
                    <a16:rowId xmlns:a16="http://schemas.microsoft.com/office/drawing/2014/main" val="3802454483"/>
                  </a:ext>
                </a:extLst>
              </a:tr>
              <a:tr h="473086">
                <a:tc>
                  <a:txBody>
                    <a:bodyPr/>
                    <a:lstStyle/>
                    <a:p>
                      <a:r>
                        <a:rPr lang="en-US" sz="2100"/>
                        <a:t>Ford F-150 truck</a:t>
                      </a:r>
                    </a:p>
                  </a:txBody>
                  <a:tcPr marL="107519" marR="107519" marT="53760" marB="53760"/>
                </a:tc>
                <a:tc>
                  <a:txBody>
                    <a:bodyPr/>
                    <a:lstStyle/>
                    <a:p>
                      <a:r>
                        <a:rPr lang="en-US" sz="2100"/>
                        <a:t>Chevy Silverado truck</a:t>
                      </a:r>
                    </a:p>
                  </a:txBody>
                  <a:tcPr marL="107519" marR="107519" marT="53760" marB="53760"/>
                </a:tc>
                <a:extLst>
                  <a:ext uri="{0D108BD9-81ED-4DB2-BD59-A6C34878D82A}">
                    <a16:rowId xmlns:a16="http://schemas.microsoft.com/office/drawing/2014/main" val="1582402484"/>
                  </a:ext>
                </a:extLst>
              </a:tr>
              <a:tr h="473086">
                <a:tc>
                  <a:txBody>
                    <a:bodyPr/>
                    <a:lstStyle/>
                    <a:p>
                      <a:r>
                        <a:rPr lang="en-US" sz="2100"/>
                        <a:t>Evernote</a:t>
                      </a:r>
                    </a:p>
                  </a:txBody>
                  <a:tcPr marL="107519" marR="107519" marT="53760" marB="53760"/>
                </a:tc>
                <a:tc>
                  <a:txBody>
                    <a:bodyPr/>
                    <a:lstStyle/>
                    <a:p>
                      <a:r>
                        <a:rPr lang="en-US" sz="2100"/>
                        <a:t>Dropbox</a:t>
                      </a:r>
                    </a:p>
                  </a:txBody>
                  <a:tcPr marL="107519" marR="107519" marT="53760" marB="53760"/>
                </a:tc>
                <a:extLst>
                  <a:ext uri="{0D108BD9-81ED-4DB2-BD59-A6C34878D82A}">
                    <a16:rowId xmlns:a16="http://schemas.microsoft.com/office/drawing/2014/main" val="1819118445"/>
                  </a:ext>
                </a:extLst>
              </a:tr>
              <a:tr h="473086">
                <a:tc>
                  <a:txBody>
                    <a:bodyPr/>
                    <a:lstStyle/>
                    <a:p>
                      <a:r>
                        <a:rPr lang="en-US" sz="2100" b="1"/>
                        <a:t>If the Product Is . . .</a:t>
                      </a:r>
                    </a:p>
                  </a:txBody>
                  <a:tcPr marL="107519" marR="107519" marT="53760" marB="53760"/>
                </a:tc>
                <a:tc>
                  <a:txBody>
                    <a:bodyPr/>
                    <a:lstStyle/>
                    <a:p>
                      <a:r>
                        <a:rPr lang="en-US" sz="2100" b="1"/>
                        <a:t>The Complement Might Be . . .</a:t>
                      </a:r>
                    </a:p>
                  </a:txBody>
                  <a:tcPr marL="107519" marR="107519" marT="53760" marB="53760"/>
                </a:tc>
                <a:extLst>
                  <a:ext uri="{0D108BD9-81ED-4DB2-BD59-A6C34878D82A}">
                    <a16:rowId xmlns:a16="http://schemas.microsoft.com/office/drawing/2014/main" val="3758122715"/>
                  </a:ext>
                </a:extLst>
              </a:tr>
              <a:tr h="473086">
                <a:tc>
                  <a:txBody>
                    <a:bodyPr/>
                    <a:lstStyle/>
                    <a:p>
                      <a:r>
                        <a:rPr lang="en-US" sz="2100"/>
                        <a:t>H T C Vive virtual reality headset</a:t>
                      </a:r>
                    </a:p>
                  </a:txBody>
                  <a:tcPr marL="107519" marR="107519" marT="53760" marB="53760"/>
                </a:tc>
                <a:tc>
                  <a:txBody>
                    <a:bodyPr/>
                    <a:lstStyle/>
                    <a:p>
                      <a:r>
                        <a:rPr lang="en-US" sz="2100"/>
                        <a:t>Eagle Flight game</a:t>
                      </a:r>
                    </a:p>
                  </a:txBody>
                  <a:tcPr marL="107519" marR="107519" marT="53760" marB="53760"/>
                </a:tc>
                <a:extLst>
                  <a:ext uri="{0D108BD9-81ED-4DB2-BD59-A6C34878D82A}">
                    <a16:rowId xmlns:a16="http://schemas.microsoft.com/office/drawing/2014/main" val="3927595179"/>
                  </a:ext>
                </a:extLst>
              </a:tr>
              <a:tr h="473086">
                <a:tc>
                  <a:txBody>
                    <a:bodyPr/>
                    <a:lstStyle/>
                    <a:p>
                      <a:r>
                        <a:rPr lang="en-US" sz="2100"/>
                        <a:t>Amazon streaming video</a:t>
                      </a:r>
                    </a:p>
                  </a:txBody>
                  <a:tcPr marL="107519" marR="107519" marT="53760" marB="53760"/>
                </a:tc>
                <a:tc>
                  <a:txBody>
                    <a:bodyPr/>
                    <a:lstStyle/>
                    <a:p>
                      <a:r>
                        <a:rPr lang="en-US" sz="2100"/>
                        <a:t>Strawberry Twizzlers</a:t>
                      </a:r>
                    </a:p>
                  </a:txBody>
                  <a:tcPr marL="107519" marR="107519" marT="53760" marB="53760"/>
                </a:tc>
                <a:extLst>
                  <a:ext uri="{0D108BD9-81ED-4DB2-BD59-A6C34878D82A}">
                    <a16:rowId xmlns:a16="http://schemas.microsoft.com/office/drawing/2014/main" val="461367606"/>
                  </a:ext>
                </a:extLst>
              </a:tr>
              <a:tr h="473086">
                <a:tc>
                  <a:txBody>
                    <a:bodyPr/>
                    <a:lstStyle/>
                    <a:p>
                      <a:r>
                        <a:rPr lang="en-US" sz="2100"/>
                        <a:t>Health club membership</a:t>
                      </a:r>
                    </a:p>
                  </a:txBody>
                  <a:tcPr marL="107519" marR="107519" marT="53760" marB="53760"/>
                </a:tc>
                <a:tc>
                  <a:txBody>
                    <a:bodyPr/>
                    <a:lstStyle/>
                    <a:p>
                      <a:r>
                        <a:rPr lang="en-US" sz="2100"/>
                        <a:t>Workout clothes</a:t>
                      </a:r>
                    </a:p>
                  </a:txBody>
                  <a:tcPr marL="107519" marR="107519" marT="53760" marB="53760"/>
                </a:tc>
                <a:extLst>
                  <a:ext uri="{0D108BD9-81ED-4DB2-BD59-A6C34878D82A}">
                    <a16:rowId xmlns:a16="http://schemas.microsoft.com/office/drawing/2014/main" val="3244213509"/>
                  </a:ext>
                </a:extLst>
              </a:tr>
              <a:tr h="473086">
                <a:tc>
                  <a:txBody>
                    <a:bodyPr/>
                    <a:lstStyle/>
                    <a:p>
                      <a:r>
                        <a:rPr lang="en-US" sz="2100"/>
                        <a:t>Apartment rental</a:t>
                      </a:r>
                    </a:p>
                  </a:txBody>
                  <a:tcPr marL="107519" marR="107519" marT="53760" marB="53760"/>
                </a:tc>
                <a:tc>
                  <a:txBody>
                    <a:bodyPr/>
                    <a:lstStyle/>
                    <a:p>
                      <a:r>
                        <a:rPr lang="en-US" sz="2100"/>
                        <a:t>IKEA furniture</a:t>
                      </a:r>
                    </a:p>
                  </a:txBody>
                  <a:tcPr marL="107519" marR="107519" marT="53760" marB="53760"/>
                </a:tc>
                <a:extLst>
                  <a:ext uri="{0D108BD9-81ED-4DB2-BD59-A6C34878D82A}">
                    <a16:rowId xmlns:a16="http://schemas.microsoft.com/office/drawing/2014/main" val="2600595683"/>
                  </a:ext>
                </a:extLst>
              </a:tr>
            </a:tbl>
          </a:graphicData>
        </a:graphic>
      </p:graphicFrame>
    </p:spTree>
    <p:extLst>
      <p:ext uri="{BB962C8B-B14F-4D97-AF65-F5344CB8AC3E}">
        <p14:creationId xmlns:p14="http://schemas.microsoft.com/office/powerpoint/2010/main" val="2359637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0DF4-9F2B-4B0B-B188-97E1BEC981E1}"/>
              </a:ext>
            </a:extLst>
          </p:cNvPr>
          <p:cNvSpPr>
            <a:spLocks noGrp="1"/>
          </p:cNvSpPr>
          <p:nvPr>
            <p:ph type="title"/>
          </p:nvPr>
        </p:nvSpPr>
        <p:spPr>
          <a:xfrm>
            <a:off x="342900" y="678108"/>
            <a:ext cx="8458200" cy="821119"/>
          </a:xfrm>
        </p:spPr>
        <p:txBody>
          <a:bodyPr anchor="ctr">
            <a:normAutofit/>
          </a:bodyPr>
          <a:lstStyle/>
          <a:p>
            <a:pPr algn="ctr"/>
            <a:r>
              <a:rPr lang="en-US" b="1" noProof="0" dirty="0">
                <a:highlight>
                  <a:srgbClr val="FFFF00"/>
                </a:highlight>
              </a:rPr>
              <a:t>Suppliers</a:t>
            </a:r>
          </a:p>
        </p:txBody>
      </p:sp>
      <p:sp>
        <p:nvSpPr>
          <p:cNvPr id="13" name="Text Placeholder 3">
            <a:extLst>
              <a:ext uri="{FF2B5EF4-FFF2-40B4-BE49-F238E27FC236}">
                <a16:creationId xmlns:a16="http://schemas.microsoft.com/office/drawing/2014/main" id="{9F201FF4-B059-3F82-CBCE-AB876A9112A8}"/>
              </a:ext>
            </a:extLst>
          </p:cNvPr>
          <p:cNvSpPr>
            <a:spLocks noGrp="1"/>
          </p:cNvSpPr>
          <p:nvPr>
            <p:ph type="body" sz="quarter" idx="14"/>
          </p:nvPr>
        </p:nvSpPr>
        <p:spPr>
          <a:xfrm>
            <a:off x="2928045" y="6331527"/>
            <a:ext cx="3287910" cy="260843"/>
          </a:xfrm>
        </p:spPr>
        <p:txBody>
          <a:bodyPr/>
          <a:lstStyle/>
          <a:p>
            <a:endParaRPr lang="en-US"/>
          </a:p>
        </p:txBody>
      </p:sp>
      <p:sp>
        <p:nvSpPr>
          <p:cNvPr id="15" name="Text Placeholder 4">
            <a:extLst>
              <a:ext uri="{FF2B5EF4-FFF2-40B4-BE49-F238E27FC236}">
                <a16:creationId xmlns:a16="http://schemas.microsoft.com/office/drawing/2014/main" id="{11359950-FD67-6E0B-6762-70D1187D1997}"/>
              </a:ext>
            </a:extLst>
          </p:cNvPr>
          <p:cNvSpPr>
            <a:spLocks noGrp="1"/>
          </p:cNvSpPr>
          <p:nvPr>
            <p:ph type="body" sz="quarter" idx="13"/>
          </p:nvPr>
        </p:nvSpPr>
        <p:spPr>
          <a:xfrm>
            <a:off x="1562099" y="6684963"/>
            <a:ext cx="6972301" cy="173037"/>
          </a:xfrm>
        </p:spPr>
        <p:txBody>
          <a:bodyPr/>
          <a:lstStyle/>
          <a:p>
            <a:endParaRPr lang="en-US"/>
          </a:p>
        </p:txBody>
      </p:sp>
      <p:sp>
        <p:nvSpPr>
          <p:cNvPr id="7" name="Slide Number Placeholder 6">
            <a:extLst>
              <a:ext uri="{FF2B5EF4-FFF2-40B4-BE49-F238E27FC236}">
                <a16:creationId xmlns:a16="http://schemas.microsoft.com/office/drawing/2014/main" id="{5D8106CB-4D76-47CA-86A3-FA3E93C96D96}"/>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17</a:t>
            </a:fld>
            <a:endParaRPr lang="en-US"/>
          </a:p>
        </p:txBody>
      </p:sp>
      <p:graphicFrame>
        <p:nvGraphicFramePr>
          <p:cNvPr id="9" name="Content Placeholder 2">
            <a:extLst>
              <a:ext uri="{FF2B5EF4-FFF2-40B4-BE49-F238E27FC236}">
                <a16:creationId xmlns:a16="http://schemas.microsoft.com/office/drawing/2014/main" id="{3FF989A5-3B23-570E-5027-87899528BD96}"/>
              </a:ext>
            </a:extLst>
          </p:cNvPr>
          <p:cNvGraphicFramePr>
            <a:graphicFrameLocks noGrp="1"/>
          </p:cNvGraphicFramePr>
          <p:nvPr>
            <p:ph sz="quarter" idx="11"/>
            <p:extLst>
              <p:ext uri="{D42A27DB-BD31-4B8C-83A1-F6EECF244321}">
                <p14:modId xmlns:p14="http://schemas.microsoft.com/office/powerpoint/2010/main" val="7733310"/>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8478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750013-090A-467B-9E46-CF5E7EE63A0B}"/>
              </a:ext>
            </a:extLst>
          </p:cNvPr>
          <p:cNvSpPr>
            <a:spLocks noGrp="1"/>
          </p:cNvSpPr>
          <p:nvPr>
            <p:ph type="title"/>
          </p:nvPr>
        </p:nvSpPr>
        <p:spPr>
          <a:xfrm>
            <a:off x="342900" y="899793"/>
            <a:ext cx="8458200" cy="821119"/>
          </a:xfrm>
        </p:spPr>
        <p:txBody>
          <a:bodyPr anchor="ctr">
            <a:normAutofit/>
          </a:bodyPr>
          <a:lstStyle/>
          <a:p>
            <a:pPr algn="ctr"/>
            <a:r>
              <a:rPr lang="en-US" b="1" noProof="0" dirty="0">
                <a:highlight>
                  <a:srgbClr val="FFFF00"/>
                </a:highlight>
              </a:rPr>
              <a:t>Customers</a:t>
            </a:r>
          </a:p>
        </p:txBody>
      </p:sp>
      <p:sp>
        <p:nvSpPr>
          <p:cNvPr id="9" name="Content Placeholder 8">
            <a:extLst>
              <a:ext uri="{FF2B5EF4-FFF2-40B4-BE49-F238E27FC236}">
                <a16:creationId xmlns:a16="http://schemas.microsoft.com/office/drawing/2014/main" id="{ADC92AED-DC6B-43F8-A2E4-D28F2201E7A4}"/>
              </a:ext>
            </a:extLst>
          </p:cNvPr>
          <p:cNvSpPr>
            <a:spLocks noGrp="1"/>
          </p:cNvSpPr>
          <p:nvPr>
            <p:ph sz="quarter" idx="14"/>
          </p:nvPr>
        </p:nvSpPr>
        <p:spPr>
          <a:xfrm>
            <a:off x="551129" y="2740596"/>
            <a:ext cx="8458200" cy="1905000"/>
          </a:xfrm>
        </p:spPr>
        <p:txBody>
          <a:bodyPr>
            <a:normAutofit/>
          </a:bodyPr>
          <a:lstStyle/>
          <a:p>
            <a:pPr marL="0" indent="0">
              <a:buNone/>
            </a:pPr>
            <a:r>
              <a:rPr lang="en-US" noProof="0" dirty="0"/>
              <a:t>Without customers to purchase its goods or services, a company won’t survive.</a:t>
            </a:r>
          </a:p>
          <a:p>
            <a:pPr lvl="1"/>
            <a:r>
              <a:rPr lang="en-US" sz="2100" b="1" noProof="0" dirty="0"/>
              <a:t>Final consumer </a:t>
            </a:r>
            <a:r>
              <a:rPr lang="en-US" sz="2100" noProof="0" dirty="0"/>
              <a:t>(end users)</a:t>
            </a:r>
          </a:p>
          <a:p>
            <a:pPr lvl="1"/>
            <a:r>
              <a:rPr lang="en-US" sz="2100" b="1" noProof="0" dirty="0"/>
              <a:t>Intermediate consumer</a:t>
            </a:r>
            <a:r>
              <a:rPr lang="en-US" sz="2100" noProof="0" dirty="0"/>
              <a:t> (wholesalers and retailers)</a:t>
            </a:r>
          </a:p>
        </p:txBody>
      </p:sp>
      <p:sp>
        <p:nvSpPr>
          <p:cNvPr id="16" name="Text Placeholder 4">
            <a:extLst>
              <a:ext uri="{FF2B5EF4-FFF2-40B4-BE49-F238E27FC236}">
                <a16:creationId xmlns:a16="http://schemas.microsoft.com/office/drawing/2014/main" id="{C71164B3-47E4-6C20-9207-1B6B441AE3D1}"/>
              </a:ext>
            </a:extLst>
          </p:cNvPr>
          <p:cNvSpPr>
            <a:spLocks noGrp="1"/>
          </p:cNvSpPr>
          <p:nvPr>
            <p:ph type="body" sz="quarter" idx="15"/>
          </p:nvPr>
        </p:nvSpPr>
        <p:spPr>
          <a:xfrm>
            <a:off x="2928045" y="6331527"/>
            <a:ext cx="3287910" cy="260843"/>
          </a:xfrm>
        </p:spPr>
        <p:txBody>
          <a:bodyPr/>
          <a:lstStyle/>
          <a:p>
            <a:endParaRPr lang="en-US"/>
          </a:p>
        </p:txBody>
      </p:sp>
      <p:sp>
        <p:nvSpPr>
          <p:cNvPr id="18" name="Text Placeholder 5">
            <a:extLst>
              <a:ext uri="{FF2B5EF4-FFF2-40B4-BE49-F238E27FC236}">
                <a16:creationId xmlns:a16="http://schemas.microsoft.com/office/drawing/2014/main" id="{0999BAA7-7CC9-0166-4703-2EB6B49C9160}"/>
              </a:ext>
            </a:extLst>
          </p:cNvPr>
          <p:cNvSpPr>
            <a:spLocks noGrp="1"/>
          </p:cNvSpPr>
          <p:nvPr>
            <p:ph type="body" sz="quarter" idx="13"/>
          </p:nvPr>
        </p:nvSpPr>
        <p:spPr>
          <a:xfrm>
            <a:off x="1562100" y="6684963"/>
            <a:ext cx="6972300" cy="173037"/>
          </a:xfrm>
        </p:spPr>
        <p:txBody>
          <a:bodyPr/>
          <a:lstStyle/>
          <a:p>
            <a:endParaRPr lang="en-US"/>
          </a:p>
        </p:txBody>
      </p:sp>
      <p:sp>
        <p:nvSpPr>
          <p:cNvPr id="7" name="Slide Number Placeholder 6">
            <a:extLst>
              <a:ext uri="{FF2B5EF4-FFF2-40B4-BE49-F238E27FC236}">
                <a16:creationId xmlns:a16="http://schemas.microsoft.com/office/drawing/2014/main" id="{7EF6F935-67F1-4282-8570-2FB3AC29612C}"/>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18</a:t>
            </a:fld>
            <a:endParaRPr lang="en-US"/>
          </a:p>
        </p:txBody>
      </p:sp>
    </p:spTree>
    <p:extLst>
      <p:ext uri="{BB962C8B-B14F-4D97-AF65-F5344CB8AC3E}">
        <p14:creationId xmlns:p14="http://schemas.microsoft.com/office/powerpoint/2010/main" val="1604374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20BC0-CED3-4B3D-9BE1-14E290FFEC03}"/>
              </a:ext>
            </a:extLst>
          </p:cNvPr>
          <p:cNvSpPr>
            <a:spLocks noGrp="1"/>
          </p:cNvSpPr>
          <p:nvPr>
            <p:ph type="title"/>
          </p:nvPr>
        </p:nvSpPr>
        <p:spPr>
          <a:xfrm>
            <a:off x="749046" y="228600"/>
            <a:ext cx="7461504" cy="1262874"/>
          </a:xfrm>
        </p:spPr>
        <p:txBody>
          <a:bodyPr>
            <a:noAutofit/>
          </a:bodyPr>
          <a:lstStyle/>
          <a:p>
            <a:pPr algn="ctr"/>
            <a:r>
              <a:rPr lang="en-US" sz="1200" noProof="0" dirty="0"/>
              <a:t>Exhibit 2.6 </a:t>
            </a:r>
            <a:r>
              <a:rPr lang="en-US" b="1" noProof="0" dirty="0">
                <a:highlight>
                  <a:srgbClr val="FFFF00"/>
                </a:highlight>
              </a:rPr>
              <a:t>Actions and Attitudes Affect Customer Service</a:t>
            </a:r>
          </a:p>
        </p:txBody>
      </p:sp>
      <p:sp>
        <p:nvSpPr>
          <p:cNvPr id="8" name="Content Placeholder 7">
            <a:extLst>
              <a:ext uri="{FF2B5EF4-FFF2-40B4-BE49-F238E27FC236}">
                <a16:creationId xmlns:a16="http://schemas.microsoft.com/office/drawing/2014/main" id="{71A32899-DD94-4953-8F48-EAF73E032B0E}"/>
              </a:ext>
            </a:extLst>
          </p:cNvPr>
          <p:cNvSpPr>
            <a:spLocks noGrp="1"/>
          </p:cNvSpPr>
          <p:nvPr>
            <p:ph sz="quarter" idx="11"/>
          </p:nvPr>
        </p:nvSpPr>
        <p:spPr>
          <a:xfrm>
            <a:off x="1220302" y="6073605"/>
            <a:ext cx="6990248" cy="214066"/>
          </a:xfrm>
        </p:spPr>
        <p:txBody>
          <a:bodyPr/>
          <a:lstStyle/>
          <a:p>
            <a:pPr marL="0" indent="0">
              <a:buNone/>
            </a:pPr>
            <a:r>
              <a:rPr lang="en-US" sz="800" noProof="0" dirty="0"/>
              <a:t>Adapted from P. Kotler, </a:t>
            </a:r>
            <a:r>
              <a:rPr lang="en-US" sz="800" i="1" noProof="0" dirty="0"/>
              <a:t>Marketing Management: Analysis, Planning, Implementation and Control,</a:t>
            </a:r>
            <a:r>
              <a:rPr lang="en-US" sz="800" noProof="0" dirty="0"/>
              <a:t> 9th ed. (Englewood Cliffs, NJ: Prentice Hall, 19</a:t>
            </a:r>
            <a:r>
              <a:rPr lang="en-US" sz="100" noProof="0" dirty="0"/>
              <a:t> </a:t>
            </a:r>
            <a:r>
              <a:rPr lang="en-US" sz="800" noProof="0" dirty="0"/>
              <a:t>90).</a:t>
            </a:r>
          </a:p>
        </p:txBody>
      </p:sp>
      <p:sp>
        <p:nvSpPr>
          <p:cNvPr id="6" name="Slide Number Placeholder 5">
            <a:extLst>
              <a:ext uri="{FF2B5EF4-FFF2-40B4-BE49-F238E27FC236}">
                <a16:creationId xmlns:a16="http://schemas.microsoft.com/office/drawing/2014/main" id="{3DAB4B74-8F3B-4F9E-8D5C-1C4F7C1C826E}"/>
              </a:ext>
            </a:extLst>
          </p:cNvPr>
          <p:cNvSpPr>
            <a:spLocks noGrp="1"/>
          </p:cNvSpPr>
          <p:nvPr>
            <p:ph type="sldNum" sz="quarter" idx="10"/>
          </p:nvPr>
        </p:nvSpPr>
        <p:spPr/>
        <p:txBody>
          <a:bodyPr/>
          <a:lstStyle/>
          <a:p>
            <a:fld id="{68151E55-6873-49E2-B8D5-2F265E6F1973}" type="slidenum">
              <a:rPr lang="en-US" smtClean="0"/>
              <a:t>19</a:t>
            </a:fld>
            <a:endParaRPr lang="en-US" dirty="0"/>
          </a:p>
        </p:txBody>
      </p:sp>
      <p:pic>
        <p:nvPicPr>
          <p:cNvPr id="7" name="Picture 6" descr="The graphic shows actions and attitudes that affect customer service.">
            <a:extLst>
              <a:ext uri="{FF2B5EF4-FFF2-40B4-BE49-F238E27FC236}">
                <a16:creationId xmlns:a16="http://schemas.microsoft.com/office/drawing/2014/main" id="{858EE57A-47C6-4256-B19C-56AA6AEA31DF}"/>
              </a:ext>
            </a:extLst>
          </p:cNvPr>
          <p:cNvPicPr>
            <a:picLocks noChangeAspect="1"/>
          </p:cNvPicPr>
          <p:nvPr/>
        </p:nvPicPr>
        <p:blipFill>
          <a:blip r:embed="rId3"/>
          <a:stretch>
            <a:fillRect/>
          </a:stretch>
        </p:blipFill>
        <p:spPr>
          <a:xfrm>
            <a:off x="182880" y="1615440"/>
            <a:ext cx="8442959" cy="4334199"/>
          </a:xfrm>
          <a:prstGeom prst="rect">
            <a:avLst/>
          </a:prstGeom>
        </p:spPr>
      </p:pic>
    </p:spTree>
    <p:extLst>
      <p:ext uri="{BB962C8B-B14F-4D97-AF65-F5344CB8AC3E}">
        <p14:creationId xmlns:p14="http://schemas.microsoft.com/office/powerpoint/2010/main" val="2489380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237A-C659-404D-9BC0-4633218DB9CE}"/>
              </a:ext>
            </a:extLst>
          </p:cNvPr>
          <p:cNvSpPr>
            <a:spLocks noGrp="1"/>
          </p:cNvSpPr>
          <p:nvPr>
            <p:ph type="title"/>
          </p:nvPr>
        </p:nvSpPr>
        <p:spPr>
          <a:xfrm>
            <a:off x="342900" y="233546"/>
            <a:ext cx="8458200" cy="821119"/>
          </a:xfrm>
        </p:spPr>
        <p:txBody>
          <a:bodyPr anchor="ctr">
            <a:normAutofit/>
          </a:bodyPr>
          <a:lstStyle/>
          <a:p>
            <a:pPr algn="ctr"/>
            <a:r>
              <a:rPr lang="en-US" b="1" noProof="0" dirty="0">
                <a:highlight>
                  <a:srgbClr val="FFFF00"/>
                </a:highlight>
              </a:rPr>
              <a:t>Environmental Analysis </a:t>
            </a:r>
          </a:p>
        </p:txBody>
      </p:sp>
      <p:sp>
        <p:nvSpPr>
          <p:cNvPr id="21" name="Text Placeholder 3">
            <a:extLst>
              <a:ext uri="{FF2B5EF4-FFF2-40B4-BE49-F238E27FC236}">
                <a16:creationId xmlns:a16="http://schemas.microsoft.com/office/drawing/2014/main" id="{12E65E9F-1E40-BE4F-E61C-D1E1030D66B7}"/>
              </a:ext>
            </a:extLst>
          </p:cNvPr>
          <p:cNvSpPr>
            <a:spLocks noGrp="1"/>
          </p:cNvSpPr>
          <p:nvPr>
            <p:ph type="body" sz="quarter" idx="14"/>
          </p:nvPr>
        </p:nvSpPr>
        <p:spPr>
          <a:xfrm>
            <a:off x="2928045" y="6331527"/>
            <a:ext cx="3287910" cy="260843"/>
          </a:xfrm>
        </p:spPr>
        <p:txBody>
          <a:bodyPr/>
          <a:lstStyle/>
          <a:p>
            <a:endParaRPr lang="en-US"/>
          </a:p>
        </p:txBody>
      </p:sp>
      <p:sp>
        <p:nvSpPr>
          <p:cNvPr id="22" name="Text Placeholder 4">
            <a:extLst>
              <a:ext uri="{FF2B5EF4-FFF2-40B4-BE49-F238E27FC236}">
                <a16:creationId xmlns:a16="http://schemas.microsoft.com/office/drawing/2014/main" id="{09D8F04E-FDD7-DDF6-6528-59379203C42F}"/>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5899F212-F3F5-4E69-8AFB-F0F3E48AADC1}"/>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20</a:t>
            </a:fld>
            <a:endParaRPr lang="en-US"/>
          </a:p>
        </p:txBody>
      </p:sp>
      <p:graphicFrame>
        <p:nvGraphicFramePr>
          <p:cNvPr id="23" name="Content Placeholder 2">
            <a:extLst>
              <a:ext uri="{FF2B5EF4-FFF2-40B4-BE49-F238E27FC236}">
                <a16:creationId xmlns:a16="http://schemas.microsoft.com/office/drawing/2014/main" id="{88B2020C-DFC8-802C-682F-294D597F7570}"/>
              </a:ext>
            </a:extLst>
          </p:cNvPr>
          <p:cNvGraphicFramePr>
            <a:graphicFrameLocks noGrp="1"/>
          </p:cNvGraphicFramePr>
          <p:nvPr>
            <p:ph sz="quarter" idx="11"/>
            <p:extLst>
              <p:ext uri="{D42A27DB-BD31-4B8C-83A1-F6EECF244321}">
                <p14:modId xmlns:p14="http://schemas.microsoft.com/office/powerpoint/2010/main" val="1443810073"/>
              </p:ext>
            </p:extLst>
          </p:nvPr>
        </p:nvGraphicFramePr>
        <p:xfrm>
          <a:off x="342900" y="1276710"/>
          <a:ext cx="8458200" cy="47981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0363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237A-C659-404D-9BC0-4633218DB9CE}"/>
              </a:ext>
            </a:extLst>
          </p:cNvPr>
          <p:cNvSpPr>
            <a:spLocks noGrp="1"/>
          </p:cNvSpPr>
          <p:nvPr>
            <p:ph type="title"/>
          </p:nvPr>
        </p:nvSpPr>
        <p:spPr>
          <a:xfrm>
            <a:off x="342900" y="233546"/>
            <a:ext cx="8458200" cy="821119"/>
          </a:xfrm>
        </p:spPr>
        <p:txBody>
          <a:bodyPr anchor="ctr">
            <a:normAutofit/>
          </a:bodyPr>
          <a:lstStyle/>
          <a:p>
            <a:pPr algn="ctr"/>
            <a:r>
              <a:rPr lang="en-US" b="1" noProof="0" dirty="0">
                <a:highlight>
                  <a:srgbClr val="FFFF00"/>
                </a:highlight>
              </a:rPr>
              <a:t>Environmental Scanning</a:t>
            </a:r>
          </a:p>
        </p:txBody>
      </p:sp>
      <p:sp>
        <p:nvSpPr>
          <p:cNvPr id="17" name="Text Placeholder 3">
            <a:extLst>
              <a:ext uri="{FF2B5EF4-FFF2-40B4-BE49-F238E27FC236}">
                <a16:creationId xmlns:a16="http://schemas.microsoft.com/office/drawing/2014/main" id="{B7F3C984-C9A3-4957-1C80-1E7010EB690E}"/>
              </a:ext>
            </a:extLst>
          </p:cNvPr>
          <p:cNvSpPr>
            <a:spLocks noGrp="1"/>
          </p:cNvSpPr>
          <p:nvPr>
            <p:ph type="body" sz="quarter" idx="14"/>
          </p:nvPr>
        </p:nvSpPr>
        <p:spPr>
          <a:xfrm>
            <a:off x="2928045" y="6331527"/>
            <a:ext cx="3287910" cy="260843"/>
          </a:xfrm>
        </p:spPr>
        <p:txBody>
          <a:bodyPr/>
          <a:lstStyle/>
          <a:p>
            <a:endParaRPr lang="en-US"/>
          </a:p>
        </p:txBody>
      </p:sp>
      <p:sp>
        <p:nvSpPr>
          <p:cNvPr id="19" name="Text Placeholder 4">
            <a:extLst>
              <a:ext uri="{FF2B5EF4-FFF2-40B4-BE49-F238E27FC236}">
                <a16:creationId xmlns:a16="http://schemas.microsoft.com/office/drawing/2014/main" id="{EA40A90E-DCA6-53B3-E18D-3D183B54A711}"/>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5899F212-F3F5-4E69-8AFB-F0F3E48AADC1}"/>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21</a:t>
            </a:fld>
            <a:endParaRPr lang="en-US"/>
          </a:p>
        </p:txBody>
      </p:sp>
      <p:graphicFrame>
        <p:nvGraphicFramePr>
          <p:cNvPr id="13" name="Content Placeholder 2">
            <a:extLst>
              <a:ext uri="{FF2B5EF4-FFF2-40B4-BE49-F238E27FC236}">
                <a16:creationId xmlns:a16="http://schemas.microsoft.com/office/drawing/2014/main" id="{A93D3C53-29BC-2FB4-E4FB-F2763D74822D}"/>
              </a:ext>
            </a:extLst>
          </p:cNvPr>
          <p:cNvGraphicFramePr>
            <a:graphicFrameLocks noGrp="1"/>
          </p:cNvGraphicFramePr>
          <p:nvPr>
            <p:ph sz="quarter" idx="11"/>
            <p:extLst>
              <p:ext uri="{D42A27DB-BD31-4B8C-83A1-F6EECF244321}">
                <p14:modId xmlns:p14="http://schemas.microsoft.com/office/powerpoint/2010/main" val="837986224"/>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1162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65859-345F-4BFD-B783-8B6ACC56D65C}"/>
              </a:ext>
            </a:extLst>
          </p:cNvPr>
          <p:cNvSpPr>
            <a:spLocks noGrp="1"/>
          </p:cNvSpPr>
          <p:nvPr>
            <p:ph type="title"/>
          </p:nvPr>
        </p:nvSpPr>
        <p:spPr>
          <a:xfrm>
            <a:off x="342900" y="372466"/>
            <a:ext cx="8458200" cy="821119"/>
          </a:xfrm>
        </p:spPr>
        <p:txBody>
          <a:bodyPr anchor="ctr">
            <a:normAutofit/>
          </a:bodyPr>
          <a:lstStyle/>
          <a:p>
            <a:r>
              <a:rPr lang="en-US" sz="1200" noProof="0" dirty="0"/>
              <a:t>Exhibit 2.7 </a:t>
            </a:r>
            <a:r>
              <a:rPr lang="en-US" sz="3200" b="1" noProof="0" dirty="0">
                <a:highlight>
                  <a:srgbClr val="FFFF00"/>
                </a:highlight>
              </a:rPr>
              <a:t>Attractive and Unattractive Environments</a:t>
            </a:r>
          </a:p>
        </p:txBody>
      </p:sp>
      <p:sp>
        <p:nvSpPr>
          <p:cNvPr id="12" name="Text Placeholder 3">
            <a:extLst>
              <a:ext uri="{FF2B5EF4-FFF2-40B4-BE49-F238E27FC236}">
                <a16:creationId xmlns:a16="http://schemas.microsoft.com/office/drawing/2014/main" id="{C1BA2779-4789-7A4E-B2E8-C1E038D76966}"/>
              </a:ext>
            </a:extLst>
          </p:cNvPr>
          <p:cNvSpPr>
            <a:spLocks noGrp="1"/>
          </p:cNvSpPr>
          <p:nvPr>
            <p:ph type="body" sz="quarter" idx="14"/>
          </p:nvPr>
        </p:nvSpPr>
        <p:spPr>
          <a:xfrm>
            <a:off x="2928045" y="6331527"/>
            <a:ext cx="3287910" cy="260843"/>
          </a:xfrm>
        </p:spPr>
        <p:txBody>
          <a:bodyPr/>
          <a:lstStyle/>
          <a:p>
            <a:endParaRPr lang="en-US"/>
          </a:p>
        </p:txBody>
      </p:sp>
      <p:sp>
        <p:nvSpPr>
          <p:cNvPr id="14" name="Text Placeholder 4">
            <a:extLst>
              <a:ext uri="{FF2B5EF4-FFF2-40B4-BE49-F238E27FC236}">
                <a16:creationId xmlns:a16="http://schemas.microsoft.com/office/drawing/2014/main" id="{518050C2-85DD-8974-C261-161431DD8DB7}"/>
              </a:ext>
            </a:extLst>
          </p:cNvPr>
          <p:cNvSpPr>
            <a:spLocks noGrp="1"/>
          </p:cNvSpPr>
          <p:nvPr>
            <p:ph type="body" sz="quarter" idx="13"/>
          </p:nvPr>
        </p:nvSpPr>
        <p:spPr>
          <a:xfrm>
            <a:off x="1562099" y="6684963"/>
            <a:ext cx="6972301" cy="173037"/>
          </a:xfrm>
        </p:spPr>
        <p:txBody>
          <a:bodyPr/>
          <a:lstStyle/>
          <a:p>
            <a:endParaRPr lang="en-US"/>
          </a:p>
        </p:txBody>
      </p:sp>
      <p:sp>
        <p:nvSpPr>
          <p:cNvPr id="6" name="Slide Number Placeholder 5">
            <a:extLst>
              <a:ext uri="{FF2B5EF4-FFF2-40B4-BE49-F238E27FC236}">
                <a16:creationId xmlns:a16="http://schemas.microsoft.com/office/drawing/2014/main" id="{3E41FB34-AC52-4E95-BC0B-4CCAAFD7A8E2}"/>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22</a:t>
            </a:fld>
            <a:endParaRPr lang="en-US"/>
          </a:p>
        </p:txBody>
      </p:sp>
      <p:graphicFrame>
        <p:nvGraphicFramePr>
          <p:cNvPr id="7" name="Table 7">
            <a:extLst>
              <a:ext uri="{FF2B5EF4-FFF2-40B4-BE49-F238E27FC236}">
                <a16:creationId xmlns:a16="http://schemas.microsoft.com/office/drawing/2014/main" id="{416FE26A-2916-4DC3-AD1F-A40DB19AD57B}"/>
              </a:ext>
            </a:extLst>
          </p:cNvPr>
          <p:cNvGraphicFramePr>
            <a:graphicFrameLocks noGrp="1"/>
          </p:cNvGraphicFramePr>
          <p:nvPr>
            <p:extLst>
              <p:ext uri="{D42A27DB-BD31-4B8C-83A1-F6EECF244321}">
                <p14:modId xmlns:p14="http://schemas.microsoft.com/office/powerpoint/2010/main" val="2864772434"/>
              </p:ext>
            </p:extLst>
          </p:nvPr>
        </p:nvGraphicFramePr>
        <p:xfrm>
          <a:off x="342900" y="1508797"/>
          <a:ext cx="8458201" cy="4507518"/>
        </p:xfrm>
        <a:graphic>
          <a:graphicData uri="http://schemas.openxmlformats.org/drawingml/2006/table">
            <a:tbl>
              <a:tblPr firstRow="1" bandRow="1">
                <a:tableStyleId>{5C22544A-7EE6-4342-B048-85BDC9FD1C3A}</a:tableStyleId>
              </a:tblPr>
              <a:tblGrid>
                <a:gridCol w="3018175">
                  <a:extLst>
                    <a:ext uri="{9D8B030D-6E8A-4147-A177-3AD203B41FA5}">
                      <a16:colId xmlns:a16="http://schemas.microsoft.com/office/drawing/2014/main" val="3965460402"/>
                    </a:ext>
                  </a:extLst>
                </a:gridCol>
                <a:gridCol w="2665129">
                  <a:extLst>
                    <a:ext uri="{9D8B030D-6E8A-4147-A177-3AD203B41FA5}">
                      <a16:colId xmlns:a16="http://schemas.microsoft.com/office/drawing/2014/main" val="359234075"/>
                    </a:ext>
                  </a:extLst>
                </a:gridCol>
                <a:gridCol w="2774897">
                  <a:extLst>
                    <a:ext uri="{9D8B030D-6E8A-4147-A177-3AD203B41FA5}">
                      <a16:colId xmlns:a16="http://schemas.microsoft.com/office/drawing/2014/main" val="1096125014"/>
                    </a:ext>
                  </a:extLst>
                </a:gridCol>
              </a:tblGrid>
              <a:tr h="446691">
                <a:tc>
                  <a:txBody>
                    <a:bodyPr/>
                    <a:lstStyle/>
                    <a:p>
                      <a:pPr algn="ctr"/>
                      <a:r>
                        <a:rPr lang="en-US" sz="2000"/>
                        <a:t>Environmental Factor</a:t>
                      </a:r>
                    </a:p>
                  </a:txBody>
                  <a:tcPr marL="101521" marR="101521" marT="50760" marB="50760" anchor="b">
                    <a:solidFill>
                      <a:srgbClr val="C00000"/>
                    </a:solidFill>
                  </a:tcPr>
                </a:tc>
                <a:tc>
                  <a:txBody>
                    <a:bodyPr/>
                    <a:lstStyle/>
                    <a:p>
                      <a:pPr algn="ctr"/>
                      <a:r>
                        <a:rPr lang="en-US" sz="2000"/>
                        <a:t>Unattractive</a:t>
                      </a:r>
                    </a:p>
                  </a:txBody>
                  <a:tcPr marL="101521" marR="101521" marT="50760" marB="50760" anchor="b">
                    <a:solidFill>
                      <a:srgbClr val="C00000"/>
                    </a:solidFill>
                  </a:tcPr>
                </a:tc>
                <a:tc>
                  <a:txBody>
                    <a:bodyPr/>
                    <a:lstStyle/>
                    <a:p>
                      <a:pPr algn="ctr"/>
                      <a:r>
                        <a:rPr lang="en-US" sz="2000"/>
                        <a:t>Attractive</a:t>
                      </a:r>
                    </a:p>
                  </a:txBody>
                  <a:tcPr marL="101521" marR="101521" marT="50760" marB="50760" anchor="b">
                    <a:solidFill>
                      <a:srgbClr val="C00000"/>
                    </a:solidFill>
                  </a:tcPr>
                </a:tc>
                <a:extLst>
                  <a:ext uri="{0D108BD9-81ED-4DB2-BD59-A6C34878D82A}">
                    <a16:rowId xmlns:a16="http://schemas.microsoft.com/office/drawing/2014/main" val="906629983"/>
                  </a:ext>
                </a:extLst>
              </a:tr>
              <a:tr h="1360377">
                <a:tc>
                  <a:txBody>
                    <a:bodyPr/>
                    <a:lstStyle/>
                    <a:p>
                      <a:r>
                        <a:rPr lang="en-US" sz="2000"/>
                        <a:t>Competitors</a:t>
                      </a:r>
                    </a:p>
                  </a:txBody>
                  <a:tcPr marL="101521" marR="101521" marT="50760" marB="50760"/>
                </a:tc>
                <a:tc>
                  <a:txBody>
                    <a:bodyPr/>
                    <a:lstStyle/>
                    <a:p>
                      <a:r>
                        <a:rPr lang="en-US" sz="2000"/>
                        <a:t>Many; low industry growth; equal size; commodity</a:t>
                      </a:r>
                    </a:p>
                  </a:txBody>
                  <a:tcPr marL="101521" marR="101521" marT="50760" marB="50760"/>
                </a:tc>
                <a:tc>
                  <a:txBody>
                    <a:bodyPr/>
                    <a:lstStyle/>
                    <a:p>
                      <a:r>
                        <a:rPr lang="en-US" sz="2000"/>
                        <a:t>Few; high industry growth;</a:t>
                      </a:r>
                    </a:p>
                    <a:p>
                      <a:r>
                        <a:rPr lang="en-US" sz="2000"/>
                        <a:t>unequal size; differentiated</a:t>
                      </a:r>
                    </a:p>
                  </a:txBody>
                  <a:tcPr marL="101521" marR="101521" marT="50760" marB="50760"/>
                </a:tc>
                <a:extLst>
                  <a:ext uri="{0D108BD9-81ED-4DB2-BD59-A6C34878D82A}">
                    <a16:rowId xmlns:a16="http://schemas.microsoft.com/office/drawing/2014/main" val="3471129425"/>
                  </a:ext>
                </a:extLst>
              </a:tr>
              <a:tr h="751253">
                <a:tc>
                  <a:txBody>
                    <a:bodyPr/>
                    <a:lstStyle/>
                    <a:p>
                      <a:r>
                        <a:rPr lang="en-US" sz="2000"/>
                        <a:t>Threat of entry</a:t>
                      </a:r>
                    </a:p>
                  </a:txBody>
                  <a:tcPr marL="101521" marR="101521" marT="50760" marB="50760"/>
                </a:tc>
                <a:tc>
                  <a:txBody>
                    <a:bodyPr/>
                    <a:lstStyle/>
                    <a:p>
                      <a:r>
                        <a:rPr lang="en-US" sz="2000"/>
                        <a:t>High threat; few entry barriers</a:t>
                      </a:r>
                    </a:p>
                  </a:txBody>
                  <a:tcPr marL="101521" marR="101521" marT="50760" marB="50760"/>
                </a:tc>
                <a:tc>
                  <a:txBody>
                    <a:bodyPr/>
                    <a:lstStyle/>
                    <a:p>
                      <a:r>
                        <a:rPr lang="en-US" sz="2000"/>
                        <a:t>Low threat; many entry barriers</a:t>
                      </a:r>
                    </a:p>
                  </a:txBody>
                  <a:tcPr marL="101521" marR="101521" marT="50760" marB="50760"/>
                </a:tc>
                <a:extLst>
                  <a:ext uri="{0D108BD9-81ED-4DB2-BD59-A6C34878D82A}">
                    <a16:rowId xmlns:a16="http://schemas.microsoft.com/office/drawing/2014/main" val="1190527590"/>
                  </a:ext>
                </a:extLst>
              </a:tr>
              <a:tr h="446691">
                <a:tc>
                  <a:txBody>
                    <a:bodyPr/>
                    <a:lstStyle/>
                    <a:p>
                      <a:r>
                        <a:rPr lang="en-US" sz="2000"/>
                        <a:t>Substitutes</a:t>
                      </a:r>
                    </a:p>
                  </a:txBody>
                  <a:tcPr marL="101521" marR="101521" marT="50760" marB="50760"/>
                </a:tc>
                <a:tc>
                  <a:txBody>
                    <a:bodyPr/>
                    <a:lstStyle/>
                    <a:p>
                      <a:r>
                        <a:rPr lang="en-US" sz="2000"/>
                        <a:t>Many</a:t>
                      </a:r>
                    </a:p>
                  </a:txBody>
                  <a:tcPr marL="101521" marR="101521" marT="50760" marB="50760"/>
                </a:tc>
                <a:tc>
                  <a:txBody>
                    <a:bodyPr/>
                    <a:lstStyle/>
                    <a:p>
                      <a:r>
                        <a:rPr lang="en-US" sz="2000"/>
                        <a:t>Few</a:t>
                      </a:r>
                    </a:p>
                  </a:txBody>
                  <a:tcPr marL="101521" marR="101521" marT="50760" marB="50760"/>
                </a:tc>
                <a:extLst>
                  <a:ext uri="{0D108BD9-81ED-4DB2-BD59-A6C34878D82A}">
                    <a16:rowId xmlns:a16="http://schemas.microsoft.com/office/drawing/2014/main" val="2483587688"/>
                  </a:ext>
                </a:extLst>
              </a:tr>
              <a:tr h="751253">
                <a:tc>
                  <a:txBody>
                    <a:bodyPr/>
                    <a:lstStyle/>
                    <a:p>
                      <a:r>
                        <a:rPr lang="en-US" sz="2000"/>
                        <a:t>Suppliers</a:t>
                      </a:r>
                    </a:p>
                  </a:txBody>
                  <a:tcPr marL="101521" marR="101521" marT="50760" marB="50760"/>
                </a:tc>
                <a:tc>
                  <a:txBody>
                    <a:bodyPr/>
                    <a:lstStyle/>
                    <a:p>
                      <a:r>
                        <a:rPr lang="en-US" sz="2000"/>
                        <a:t>Few; high bargaining power</a:t>
                      </a:r>
                    </a:p>
                  </a:txBody>
                  <a:tcPr marL="101521" marR="101521" marT="50760" marB="50760"/>
                </a:tc>
                <a:tc>
                  <a:txBody>
                    <a:bodyPr/>
                    <a:lstStyle/>
                    <a:p>
                      <a:r>
                        <a:rPr lang="en-US" sz="2000"/>
                        <a:t>Many; low bargaining power</a:t>
                      </a:r>
                    </a:p>
                  </a:txBody>
                  <a:tcPr marL="101521" marR="101521" marT="50760" marB="50760"/>
                </a:tc>
                <a:extLst>
                  <a:ext uri="{0D108BD9-81ED-4DB2-BD59-A6C34878D82A}">
                    <a16:rowId xmlns:a16="http://schemas.microsoft.com/office/drawing/2014/main" val="40889610"/>
                  </a:ext>
                </a:extLst>
              </a:tr>
              <a:tr h="751253">
                <a:tc>
                  <a:txBody>
                    <a:bodyPr/>
                    <a:lstStyle/>
                    <a:p>
                      <a:r>
                        <a:rPr lang="en-US" sz="2000"/>
                        <a:t>Customers</a:t>
                      </a:r>
                    </a:p>
                  </a:txBody>
                  <a:tcPr marL="101521" marR="101521" marT="50760" marB="50760"/>
                </a:tc>
                <a:tc>
                  <a:txBody>
                    <a:bodyPr/>
                    <a:lstStyle/>
                    <a:p>
                      <a:r>
                        <a:rPr lang="en-US" sz="2000"/>
                        <a:t>Few; high bargaining power</a:t>
                      </a:r>
                    </a:p>
                  </a:txBody>
                  <a:tcPr marL="101521" marR="101521" marT="50760" marB="50760"/>
                </a:tc>
                <a:tc>
                  <a:txBody>
                    <a:bodyPr/>
                    <a:lstStyle/>
                    <a:p>
                      <a:r>
                        <a:rPr lang="en-US" sz="2000"/>
                        <a:t>Many; low bargaining power</a:t>
                      </a:r>
                    </a:p>
                  </a:txBody>
                  <a:tcPr marL="101521" marR="101521" marT="50760" marB="50760"/>
                </a:tc>
                <a:extLst>
                  <a:ext uri="{0D108BD9-81ED-4DB2-BD59-A6C34878D82A}">
                    <a16:rowId xmlns:a16="http://schemas.microsoft.com/office/drawing/2014/main" val="4273378213"/>
                  </a:ext>
                </a:extLst>
              </a:tr>
            </a:tbl>
          </a:graphicData>
        </a:graphic>
      </p:graphicFrame>
    </p:spTree>
    <p:extLst>
      <p:ext uri="{BB962C8B-B14F-4D97-AF65-F5344CB8AC3E}">
        <p14:creationId xmlns:p14="http://schemas.microsoft.com/office/powerpoint/2010/main" val="88565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237A-C659-404D-9BC0-4633218DB9CE}"/>
              </a:ext>
            </a:extLst>
          </p:cNvPr>
          <p:cNvSpPr>
            <a:spLocks noGrp="1"/>
          </p:cNvSpPr>
          <p:nvPr>
            <p:ph type="title"/>
          </p:nvPr>
        </p:nvSpPr>
        <p:spPr>
          <a:xfrm>
            <a:off x="342900" y="758647"/>
            <a:ext cx="8458200" cy="821119"/>
          </a:xfrm>
        </p:spPr>
        <p:txBody>
          <a:bodyPr anchor="ctr">
            <a:normAutofit/>
          </a:bodyPr>
          <a:lstStyle/>
          <a:p>
            <a:pPr algn="ctr"/>
            <a:r>
              <a:rPr lang="en-US" b="1" noProof="0" dirty="0">
                <a:solidFill>
                  <a:srgbClr val="FF0000"/>
                </a:solidFill>
                <a:highlight>
                  <a:srgbClr val="FFFF00"/>
                </a:highlight>
              </a:rPr>
              <a:t>Scenario Development and Forecasting</a:t>
            </a:r>
          </a:p>
        </p:txBody>
      </p:sp>
      <p:sp>
        <p:nvSpPr>
          <p:cNvPr id="3" name="Content Placeholder 2">
            <a:extLst>
              <a:ext uri="{FF2B5EF4-FFF2-40B4-BE49-F238E27FC236}">
                <a16:creationId xmlns:a16="http://schemas.microsoft.com/office/drawing/2014/main" id="{D3C27E2C-2338-46EF-BCB0-16E6E59C8A76}"/>
              </a:ext>
            </a:extLst>
          </p:cNvPr>
          <p:cNvSpPr>
            <a:spLocks noGrp="1"/>
          </p:cNvSpPr>
          <p:nvPr>
            <p:ph sz="quarter" idx="11"/>
          </p:nvPr>
        </p:nvSpPr>
        <p:spPr>
          <a:xfrm>
            <a:off x="342900" y="2310982"/>
            <a:ext cx="8458200" cy="2236036"/>
          </a:xfrm>
        </p:spPr>
        <p:txBody>
          <a:bodyPr>
            <a:normAutofit/>
          </a:bodyPr>
          <a:lstStyle/>
          <a:p>
            <a:pPr marL="0" indent="0">
              <a:buNone/>
            </a:pPr>
            <a:r>
              <a:rPr lang="en-US" b="1" noProof="0" dirty="0"/>
              <a:t>Scenario: </a:t>
            </a:r>
          </a:p>
          <a:p>
            <a:pPr lvl="1"/>
            <a:r>
              <a:rPr lang="en-US" sz="2100" noProof="0" dirty="0"/>
              <a:t>A narrative that describes a set of future conditions.</a:t>
            </a:r>
          </a:p>
          <a:p>
            <a:pPr lvl="1"/>
            <a:r>
              <a:rPr lang="en-US" sz="2100" noProof="0" dirty="0"/>
              <a:t>Best-case, worst-case.</a:t>
            </a:r>
          </a:p>
          <a:p>
            <a:pPr marL="0" lvl="1" indent="0">
              <a:buNone/>
            </a:pPr>
            <a:r>
              <a:rPr lang="en-US" sz="2100" b="1" noProof="0" dirty="0"/>
              <a:t>Forecasting: </a:t>
            </a:r>
            <a:r>
              <a:rPr lang="en-US" sz="2100" noProof="0" dirty="0"/>
              <a:t>Method for predicting how variables will change the future.</a:t>
            </a:r>
          </a:p>
        </p:txBody>
      </p:sp>
      <p:sp>
        <p:nvSpPr>
          <p:cNvPr id="16" name="Text Placeholder 3">
            <a:extLst>
              <a:ext uri="{FF2B5EF4-FFF2-40B4-BE49-F238E27FC236}">
                <a16:creationId xmlns:a16="http://schemas.microsoft.com/office/drawing/2014/main" id="{AD0A1595-9A57-47CA-BB88-C6D1AEADEB49}"/>
              </a:ext>
            </a:extLst>
          </p:cNvPr>
          <p:cNvSpPr>
            <a:spLocks noGrp="1"/>
          </p:cNvSpPr>
          <p:nvPr>
            <p:ph type="body" sz="quarter" idx="14"/>
          </p:nvPr>
        </p:nvSpPr>
        <p:spPr>
          <a:xfrm>
            <a:off x="2928045" y="6331527"/>
            <a:ext cx="3287910" cy="260843"/>
          </a:xfrm>
        </p:spPr>
        <p:txBody>
          <a:bodyPr/>
          <a:lstStyle/>
          <a:p>
            <a:endParaRPr lang="en-US"/>
          </a:p>
        </p:txBody>
      </p:sp>
      <p:sp>
        <p:nvSpPr>
          <p:cNvPr id="18" name="Text Placeholder 4">
            <a:extLst>
              <a:ext uri="{FF2B5EF4-FFF2-40B4-BE49-F238E27FC236}">
                <a16:creationId xmlns:a16="http://schemas.microsoft.com/office/drawing/2014/main" id="{CE672BDB-4DBA-B05B-3CE8-C937480CD7CB}"/>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5899F212-F3F5-4E69-8AFB-F0F3E48AADC1}"/>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23</a:t>
            </a:fld>
            <a:endParaRPr lang="en-US"/>
          </a:p>
        </p:txBody>
      </p:sp>
    </p:spTree>
    <p:extLst>
      <p:ext uri="{BB962C8B-B14F-4D97-AF65-F5344CB8AC3E}">
        <p14:creationId xmlns:p14="http://schemas.microsoft.com/office/powerpoint/2010/main" val="2305099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3B5B7-463A-4FD2-B739-EA8B5CC385ED}"/>
              </a:ext>
            </a:extLst>
          </p:cNvPr>
          <p:cNvSpPr>
            <a:spLocks noGrp="1"/>
          </p:cNvSpPr>
          <p:nvPr>
            <p:ph type="title"/>
          </p:nvPr>
        </p:nvSpPr>
        <p:spPr>
          <a:xfrm>
            <a:off x="234258" y="265631"/>
            <a:ext cx="8458200" cy="1375342"/>
          </a:xfrm>
        </p:spPr>
        <p:txBody>
          <a:bodyPr anchor="ctr">
            <a:normAutofit/>
          </a:bodyPr>
          <a:lstStyle/>
          <a:p>
            <a:pPr algn="ctr"/>
            <a:r>
              <a:rPr lang="en-US" sz="4800" b="1" noProof="0" dirty="0">
                <a:highlight>
                  <a:srgbClr val="FFFF00"/>
                </a:highlight>
              </a:rPr>
              <a:t>Benchmarking</a:t>
            </a:r>
          </a:p>
        </p:txBody>
      </p:sp>
      <p:sp>
        <p:nvSpPr>
          <p:cNvPr id="12" name="Text Placeholder 3">
            <a:extLst>
              <a:ext uri="{FF2B5EF4-FFF2-40B4-BE49-F238E27FC236}">
                <a16:creationId xmlns:a16="http://schemas.microsoft.com/office/drawing/2014/main" id="{724BAEB4-49B4-1242-0777-3251EE73BE1B}"/>
              </a:ext>
            </a:extLst>
          </p:cNvPr>
          <p:cNvSpPr>
            <a:spLocks noGrp="1"/>
          </p:cNvSpPr>
          <p:nvPr>
            <p:ph type="body" sz="quarter" idx="14"/>
          </p:nvPr>
        </p:nvSpPr>
        <p:spPr>
          <a:xfrm>
            <a:off x="2928045" y="6331527"/>
            <a:ext cx="3287910" cy="260843"/>
          </a:xfrm>
        </p:spPr>
        <p:txBody>
          <a:bodyPr/>
          <a:lstStyle/>
          <a:p>
            <a:endParaRPr lang="en-US"/>
          </a:p>
        </p:txBody>
      </p:sp>
      <p:sp>
        <p:nvSpPr>
          <p:cNvPr id="14" name="Text Placeholder 4">
            <a:extLst>
              <a:ext uri="{FF2B5EF4-FFF2-40B4-BE49-F238E27FC236}">
                <a16:creationId xmlns:a16="http://schemas.microsoft.com/office/drawing/2014/main" id="{D4EF485B-6646-8284-2FD4-D5B285B91281}"/>
              </a:ext>
            </a:extLst>
          </p:cNvPr>
          <p:cNvSpPr>
            <a:spLocks noGrp="1"/>
          </p:cNvSpPr>
          <p:nvPr>
            <p:ph type="body" sz="quarter" idx="13"/>
          </p:nvPr>
        </p:nvSpPr>
        <p:spPr>
          <a:xfrm>
            <a:off x="1562099" y="6684963"/>
            <a:ext cx="6972301" cy="173037"/>
          </a:xfrm>
        </p:spPr>
        <p:txBody>
          <a:bodyPr/>
          <a:lstStyle/>
          <a:p>
            <a:endParaRPr lang="en-US"/>
          </a:p>
        </p:txBody>
      </p:sp>
      <p:sp>
        <p:nvSpPr>
          <p:cNvPr id="6" name="Slide Number Placeholder 5">
            <a:extLst>
              <a:ext uri="{FF2B5EF4-FFF2-40B4-BE49-F238E27FC236}">
                <a16:creationId xmlns:a16="http://schemas.microsoft.com/office/drawing/2014/main" id="{B71EFEB0-5808-4503-A49A-DDB865336C13}"/>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24</a:t>
            </a:fld>
            <a:endParaRPr lang="en-US"/>
          </a:p>
        </p:txBody>
      </p:sp>
      <p:graphicFrame>
        <p:nvGraphicFramePr>
          <p:cNvPr id="8" name="Content Placeholder 2">
            <a:extLst>
              <a:ext uri="{FF2B5EF4-FFF2-40B4-BE49-F238E27FC236}">
                <a16:creationId xmlns:a16="http://schemas.microsoft.com/office/drawing/2014/main" id="{F5432245-209F-F336-80BE-FE581A94C6E3}"/>
              </a:ext>
            </a:extLst>
          </p:cNvPr>
          <p:cNvGraphicFramePr>
            <a:graphicFrameLocks noGrp="1"/>
          </p:cNvGraphicFramePr>
          <p:nvPr>
            <p:ph sz="quarter" idx="11"/>
            <p:extLst>
              <p:ext uri="{D42A27DB-BD31-4B8C-83A1-F6EECF244321}">
                <p14:modId xmlns:p14="http://schemas.microsoft.com/office/powerpoint/2010/main" val="2121027238"/>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3352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237A-C659-404D-9BC0-4633218DB9CE}"/>
              </a:ext>
            </a:extLst>
          </p:cNvPr>
          <p:cNvSpPr>
            <a:spLocks noGrp="1"/>
          </p:cNvSpPr>
          <p:nvPr>
            <p:ph type="title"/>
          </p:nvPr>
        </p:nvSpPr>
        <p:spPr>
          <a:xfrm>
            <a:off x="342900" y="233546"/>
            <a:ext cx="8458200" cy="821119"/>
          </a:xfrm>
        </p:spPr>
        <p:txBody>
          <a:bodyPr anchor="ctr">
            <a:normAutofit/>
          </a:bodyPr>
          <a:lstStyle/>
          <a:p>
            <a:pPr algn="ctr"/>
            <a:r>
              <a:rPr lang="en-US" sz="4400" b="1" noProof="0" dirty="0">
                <a:highlight>
                  <a:srgbClr val="FFFF00"/>
                </a:highlight>
              </a:rPr>
              <a:t>Selecting Your Environment</a:t>
            </a:r>
          </a:p>
        </p:txBody>
      </p:sp>
      <p:sp>
        <p:nvSpPr>
          <p:cNvPr id="3" name="Content Placeholder 2">
            <a:extLst>
              <a:ext uri="{FF2B5EF4-FFF2-40B4-BE49-F238E27FC236}">
                <a16:creationId xmlns:a16="http://schemas.microsoft.com/office/drawing/2014/main" id="{D3C27E2C-2338-46EF-BCB0-16E6E59C8A76}"/>
              </a:ext>
            </a:extLst>
          </p:cNvPr>
          <p:cNvSpPr>
            <a:spLocks noGrp="1"/>
          </p:cNvSpPr>
          <p:nvPr>
            <p:ph sz="quarter" idx="11"/>
          </p:nvPr>
        </p:nvSpPr>
        <p:spPr>
          <a:xfrm>
            <a:off x="342900" y="1276709"/>
            <a:ext cx="8458200" cy="4971691"/>
          </a:xfrm>
        </p:spPr>
        <p:txBody>
          <a:bodyPr>
            <a:normAutofit/>
          </a:bodyPr>
          <a:lstStyle/>
          <a:p>
            <a:r>
              <a:rPr lang="en-US" u="sng" noProof="0" dirty="0"/>
              <a:t>Strategic maneuvering</a:t>
            </a:r>
            <a:r>
              <a:rPr lang="en-US" noProof="0" dirty="0"/>
              <a:t>: An organization’s maneuver around potential threats and capitalize on arising opportunities.</a:t>
            </a:r>
          </a:p>
          <a:p>
            <a:r>
              <a:rPr lang="en-US" u="sng" noProof="0" dirty="0"/>
              <a:t>Domain selection</a:t>
            </a:r>
            <a:r>
              <a:rPr lang="en-US" noProof="0" dirty="0"/>
              <a:t>: Entrance to a new market or industry with an existing expertise.</a:t>
            </a:r>
          </a:p>
          <a:p>
            <a:r>
              <a:rPr lang="en-US" u="sng" noProof="0" dirty="0"/>
              <a:t>Diversification</a:t>
            </a:r>
            <a:r>
              <a:rPr lang="en-US" noProof="0" dirty="0"/>
              <a:t>: Occurs when a firm invests in a different types of businesses or products.</a:t>
            </a:r>
          </a:p>
          <a:p>
            <a:r>
              <a:rPr lang="en-US" u="sng" noProof="0" dirty="0"/>
              <a:t>Mergers</a:t>
            </a:r>
            <a:r>
              <a:rPr lang="en-US" noProof="0" dirty="0"/>
              <a:t>: Two or more companies combine with another.</a:t>
            </a:r>
          </a:p>
          <a:p>
            <a:r>
              <a:rPr lang="en-US" u="sng" noProof="0" dirty="0"/>
              <a:t>Acquisitions</a:t>
            </a:r>
            <a:r>
              <a:rPr lang="en-US" noProof="0" dirty="0"/>
              <a:t>: One firm buys another to form single a company.</a:t>
            </a:r>
          </a:p>
          <a:p>
            <a:r>
              <a:rPr lang="en-US" u="sng" noProof="0" dirty="0"/>
              <a:t>Divestitures</a:t>
            </a:r>
            <a:r>
              <a:rPr lang="en-US" noProof="0" dirty="0"/>
              <a:t>: A firm sells one or more businesses.</a:t>
            </a:r>
          </a:p>
          <a:p>
            <a:r>
              <a:rPr lang="en-AU" u="sng" noProof="0" dirty="0"/>
              <a:t>Prospectors</a:t>
            </a:r>
            <a:r>
              <a:rPr lang="en-AU" noProof="0" dirty="0"/>
              <a:t>: Continuously change the boundaries of their competitive environment by seeking new products and markets, diversifying and merging, or acquiring new enterprises.</a:t>
            </a:r>
          </a:p>
          <a:p>
            <a:r>
              <a:rPr lang="en-AU" u="sng" noProof="0" dirty="0"/>
              <a:t>Defenders</a:t>
            </a:r>
            <a:r>
              <a:rPr lang="en-AU" noProof="0" dirty="0"/>
              <a:t>: Stay within a stable product domain as a strategic manoeuvre.</a:t>
            </a:r>
          </a:p>
        </p:txBody>
      </p:sp>
      <p:sp>
        <p:nvSpPr>
          <p:cNvPr id="16" name="Text Placeholder 3">
            <a:extLst>
              <a:ext uri="{FF2B5EF4-FFF2-40B4-BE49-F238E27FC236}">
                <a16:creationId xmlns:a16="http://schemas.microsoft.com/office/drawing/2014/main" id="{7A2AE8FF-6A79-6ACC-18FA-16EE0C7956C6}"/>
              </a:ext>
            </a:extLst>
          </p:cNvPr>
          <p:cNvSpPr>
            <a:spLocks noGrp="1"/>
          </p:cNvSpPr>
          <p:nvPr>
            <p:ph type="body" sz="quarter" idx="14"/>
          </p:nvPr>
        </p:nvSpPr>
        <p:spPr>
          <a:xfrm>
            <a:off x="2928045" y="6331527"/>
            <a:ext cx="3287910" cy="260843"/>
          </a:xfrm>
        </p:spPr>
        <p:txBody>
          <a:bodyPr/>
          <a:lstStyle/>
          <a:p>
            <a:endParaRPr lang="en-US"/>
          </a:p>
        </p:txBody>
      </p:sp>
      <p:sp>
        <p:nvSpPr>
          <p:cNvPr id="18" name="Text Placeholder 4">
            <a:extLst>
              <a:ext uri="{FF2B5EF4-FFF2-40B4-BE49-F238E27FC236}">
                <a16:creationId xmlns:a16="http://schemas.microsoft.com/office/drawing/2014/main" id="{035A4F4F-0EC0-35C7-9F63-33AD0BE22EF1}"/>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5899F212-F3F5-4E69-8AFB-F0F3E48AADC1}"/>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25</a:t>
            </a:fld>
            <a:endParaRPr lang="en-US"/>
          </a:p>
        </p:txBody>
      </p:sp>
    </p:spTree>
    <p:extLst>
      <p:ext uri="{BB962C8B-B14F-4D97-AF65-F5344CB8AC3E}">
        <p14:creationId xmlns:p14="http://schemas.microsoft.com/office/powerpoint/2010/main" val="940366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237A-C659-404D-9BC0-4633218DB9CE}"/>
              </a:ext>
            </a:extLst>
          </p:cNvPr>
          <p:cNvSpPr>
            <a:spLocks noGrp="1"/>
          </p:cNvSpPr>
          <p:nvPr>
            <p:ph type="title"/>
          </p:nvPr>
        </p:nvSpPr>
        <p:spPr>
          <a:xfrm>
            <a:off x="279526" y="265630"/>
            <a:ext cx="8458200" cy="1329045"/>
          </a:xfrm>
        </p:spPr>
        <p:txBody>
          <a:bodyPr anchor="ctr">
            <a:normAutofit/>
          </a:bodyPr>
          <a:lstStyle/>
          <a:p>
            <a:pPr algn="ctr"/>
            <a:r>
              <a:rPr lang="en-US" sz="4800" b="1" noProof="0" dirty="0">
                <a:solidFill>
                  <a:srgbClr val="FF0000"/>
                </a:solidFill>
                <a:highlight>
                  <a:srgbClr val="FFFF00"/>
                </a:highlight>
              </a:rPr>
              <a:t>Influencing Your Environment</a:t>
            </a:r>
          </a:p>
        </p:txBody>
      </p:sp>
      <p:sp>
        <p:nvSpPr>
          <p:cNvPr id="17" name="Text Placeholder 3">
            <a:extLst>
              <a:ext uri="{FF2B5EF4-FFF2-40B4-BE49-F238E27FC236}">
                <a16:creationId xmlns:a16="http://schemas.microsoft.com/office/drawing/2014/main" id="{3AEFC912-5DD6-7851-9944-03F13334DE66}"/>
              </a:ext>
            </a:extLst>
          </p:cNvPr>
          <p:cNvSpPr>
            <a:spLocks noGrp="1"/>
          </p:cNvSpPr>
          <p:nvPr>
            <p:ph type="body" sz="quarter" idx="14"/>
          </p:nvPr>
        </p:nvSpPr>
        <p:spPr>
          <a:xfrm>
            <a:off x="2928045" y="6331527"/>
            <a:ext cx="3287910" cy="260843"/>
          </a:xfrm>
        </p:spPr>
        <p:txBody>
          <a:bodyPr/>
          <a:lstStyle/>
          <a:p>
            <a:endParaRPr lang="en-US"/>
          </a:p>
        </p:txBody>
      </p:sp>
      <p:sp>
        <p:nvSpPr>
          <p:cNvPr id="19" name="Text Placeholder 4">
            <a:extLst>
              <a:ext uri="{FF2B5EF4-FFF2-40B4-BE49-F238E27FC236}">
                <a16:creationId xmlns:a16="http://schemas.microsoft.com/office/drawing/2014/main" id="{8A4D22D2-23D0-B715-439B-04604A7C0BAB}"/>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5899F212-F3F5-4E69-8AFB-F0F3E48AADC1}"/>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26</a:t>
            </a:fld>
            <a:endParaRPr lang="en-US"/>
          </a:p>
        </p:txBody>
      </p:sp>
      <p:graphicFrame>
        <p:nvGraphicFramePr>
          <p:cNvPr id="13" name="Content Placeholder 2">
            <a:extLst>
              <a:ext uri="{FF2B5EF4-FFF2-40B4-BE49-F238E27FC236}">
                <a16:creationId xmlns:a16="http://schemas.microsoft.com/office/drawing/2014/main" id="{921F43A7-F78B-BDDA-7431-23A7DF592662}"/>
              </a:ext>
            </a:extLst>
          </p:cNvPr>
          <p:cNvGraphicFramePr>
            <a:graphicFrameLocks noGrp="1"/>
          </p:cNvGraphicFramePr>
          <p:nvPr>
            <p:ph sz="quarter" idx="11"/>
            <p:extLst>
              <p:ext uri="{D42A27DB-BD31-4B8C-83A1-F6EECF244321}">
                <p14:modId xmlns:p14="http://schemas.microsoft.com/office/powerpoint/2010/main" val="3795314883"/>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8342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65859-345F-4BFD-B783-8B6ACC56D65C}"/>
              </a:ext>
            </a:extLst>
          </p:cNvPr>
          <p:cNvSpPr>
            <a:spLocks noGrp="1"/>
          </p:cNvSpPr>
          <p:nvPr>
            <p:ph type="title"/>
          </p:nvPr>
        </p:nvSpPr>
        <p:spPr>
          <a:xfrm>
            <a:off x="342900" y="233546"/>
            <a:ext cx="8458200" cy="821119"/>
          </a:xfrm>
        </p:spPr>
        <p:txBody>
          <a:bodyPr anchor="ctr">
            <a:normAutofit/>
          </a:bodyPr>
          <a:lstStyle/>
          <a:p>
            <a:pPr algn="ctr"/>
            <a:r>
              <a:rPr lang="en-US" sz="1200" noProof="0" dirty="0"/>
              <a:t>Exhibit 2.8 </a:t>
            </a:r>
            <a:r>
              <a:rPr lang="en-US" sz="4400" b="1" noProof="0" dirty="0">
                <a:highlight>
                  <a:srgbClr val="FFFF00"/>
                </a:highlight>
              </a:rPr>
              <a:t>Independent Action</a:t>
            </a:r>
          </a:p>
        </p:txBody>
      </p:sp>
      <p:sp>
        <p:nvSpPr>
          <p:cNvPr id="12" name="Text Placeholder 3">
            <a:extLst>
              <a:ext uri="{FF2B5EF4-FFF2-40B4-BE49-F238E27FC236}">
                <a16:creationId xmlns:a16="http://schemas.microsoft.com/office/drawing/2014/main" id="{706BA460-D5C9-39B6-2B53-77A8F548FF91}"/>
              </a:ext>
            </a:extLst>
          </p:cNvPr>
          <p:cNvSpPr>
            <a:spLocks noGrp="1"/>
          </p:cNvSpPr>
          <p:nvPr>
            <p:ph type="body" sz="quarter" idx="14"/>
          </p:nvPr>
        </p:nvSpPr>
        <p:spPr>
          <a:xfrm>
            <a:off x="2928045" y="6331527"/>
            <a:ext cx="3287910" cy="260843"/>
          </a:xfrm>
        </p:spPr>
        <p:txBody>
          <a:bodyPr/>
          <a:lstStyle/>
          <a:p>
            <a:endParaRPr lang="en-US"/>
          </a:p>
        </p:txBody>
      </p:sp>
      <p:sp>
        <p:nvSpPr>
          <p:cNvPr id="14" name="Text Placeholder 4">
            <a:extLst>
              <a:ext uri="{FF2B5EF4-FFF2-40B4-BE49-F238E27FC236}">
                <a16:creationId xmlns:a16="http://schemas.microsoft.com/office/drawing/2014/main" id="{9EF00CF1-A0E0-BD81-C5ED-8AA0970E80CC}"/>
              </a:ext>
            </a:extLst>
          </p:cNvPr>
          <p:cNvSpPr>
            <a:spLocks noGrp="1"/>
          </p:cNvSpPr>
          <p:nvPr>
            <p:ph type="body" sz="quarter" idx="13"/>
          </p:nvPr>
        </p:nvSpPr>
        <p:spPr>
          <a:xfrm>
            <a:off x="1562099" y="6684963"/>
            <a:ext cx="6972301" cy="173037"/>
          </a:xfrm>
        </p:spPr>
        <p:txBody>
          <a:bodyPr/>
          <a:lstStyle/>
          <a:p>
            <a:endParaRPr lang="en-US"/>
          </a:p>
        </p:txBody>
      </p:sp>
      <p:sp>
        <p:nvSpPr>
          <p:cNvPr id="6" name="Slide Number Placeholder 5">
            <a:extLst>
              <a:ext uri="{FF2B5EF4-FFF2-40B4-BE49-F238E27FC236}">
                <a16:creationId xmlns:a16="http://schemas.microsoft.com/office/drawing/2014/main" id="{3E41FB34-AC52-4E95-BC0B-4CCAAFD7A8E2}"/>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27</a:t>
            </a:fld>
            <a:endParaRPr lang="en-US"/>
          </a:p>
        </p:txBody>
      </p:sp>
      <p:graphicFrame>
        <p:nvGraphicFramePr>
          <p:cNvPr id="7" name="Table 7">
            <a:extLst>
              <a:ext uri="{FF2B5EF4-FFF2-40B4-BE49-F238E27FC236}">
                <a16:creationId xmlns:a16="http://schemas.microsoft.com/office/drawing/2014/main" id="{416FE26A-2916-4DC3-AD1F-A40DB19AD57B}"/>
              </a:ext>
            </a:extLst>
          </p:cNvPr>
          <p:cNvGraphicFramePr>
            <a:graphicFrameLocks noGrp="1"/>
          </p:cNvGraphicFramePr>
          <p:nvPr>
            <p:extLst>
              <p:ext uri="{D42A27DB-BD31-4B8C-83A1-F6EECF244321}">
                <p14:modId xmlns:p14="http://schemas.microsoft.com/office/powerpoint/2010/main" val="395920331"/>
              </p:ext>
            </p:extLst>
          </p:nvPr>
        </p:nvGraphicFramePr>
        <p:xfrm>
          <a:off x="699132" y="1276709"/>
          <a:ext cx="7745736" cy="4971693"/>
        </p:xfrm>
        <a:graphic>
          <a:graphicData uri="http://schemas.openxmlformats.org/drawingml/2006/table">
            <a:tbl>
              <a:tblPr firstRow="1" bandRow="1">
                <a:tableStyleId>{5C22544A-7EE6-4342-B048-85BDC9FD1C3A}</a:tableStyleId>
              </a:tblPr>
              <a:tblGrid>
                <a:gridCol w="2266213">
                  <a:extLst>
                    <a:ext uri="{9D8B030D-6E8A-4147-A177-3AD203B41FA5}">
                      <a16:colId xmlns:a16="http://schemas.microsoft.com/office/drawing/2014/main" val="3965460402"/>
                    </a:ext>
                  </a:extLst>
                </a:gridCol>
                <a:gridCol w="5479523">
                  <a:extLst>
                    <a:ext uri="{9D8B030D-6E8A-4147-A177-3AD203B41FA5}">
                      <a16:colId xmlns:a16="http://schemas.microsoft.com/office/drawing/2014/main" val="359234075"/>
                    </a:ext>
                  </a:extLst>
                </a:gridCol>
              </a:tblGrid>
              <a:tr h="405989">
                <a:tc>
                  <a:txBody>
                    <a:bodyPr/>
                    <a:lstStyle/>
                    <a:p>
                      <a:r>
                        <a:rPr lang="en-US" sz="1700"/>
                        <a:t>Strategy</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00000"/>
                    </a:solidFill>
                  </a:tcPr>
                </a:tc>
                <a:tc>
                  <a:txBody>
                    <a:bodyPr/>
                    <a:lstStyle/>
                    <a:p>
                      <a:r>
                        <a:rPr lang="en-US" sz="1700"/>
                        <a:t>Definition</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906629983"/>
                  </a:ext>
                </a:extLst>
              </a:tr>
              <a:tr h="938432">
                <a:tc>
                  <a:txBody>
                    <a:bodyPr/>
                    <a:lstStyle/>
                    <a:p>
                      <a:r>
                        <a:rPr lang="en-US" sz="1700"/>
                        <a:t>Competitive aggression</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700"/>
                        <a:t>Exploiting a distinctive competence</a:t>
                      </a:r>
                    </a:p>
                    <a:p>
                      <a:r>
                        <a:rPr lang="en-US" sz="1700"/>
                        <a:t>or improving internal efficiency for</a:t>
                      </a:r>
                    </a:p>
                    <a:p>
                      <a:r>
                        <a:rPr lang="en-US" sz="1700"/>
                        <a:t>competitive advantage.</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129425"/>
                  </a:ext>
                </a:extLst>
              </a:tr>
              <a:tr h="672210">
                <a:tc>
                  <a:txBody>
                    <a:bodyPr/>
                    <a:lstStyle/>
                    <a:p>
                      <a:r>
                        <a:rPr lang="en-US" sz="1700"/>
                        <a:t>Competitive pacification</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700"/>
                        <a:t>Taking independent action to improve relations with competitors.</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0527590"/>
                  </a:ext>
                </a:extLst>
              </a:tr>
              <a:tr h="672210">
                <a:tc>
                  <a:txBody>
                    <a:bodyPr/>
                    <a:lstStyle/>
                    <a:p>
                      <a:r>
                        <a:rPr lang="en-US" sz="1700"/>
                        <a:t>Public relations</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700"/>
                        <a:t>Establishing and maintaining favorable images in people’s minds.</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3587688"/>
                  </a:ext>
                </a:extLst>
              </a:tr>
              <a:tr h="672210">
                <a:tc>
                  <a:txBody>
                    <a:bodyPr/>
                    <a:lstStyle/>
                    <a:p>
                      <a:r>
                        <a:rPr lang="en-US" sz="1700"/>
                        <a:t>Voluntary action</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700"/>
                        <a:t>Making voluntary commitments to various interest</a:t>
                      </a:r>
                    </a:p>
                    <a:p>
                      <a:r>
                        <a:rPr lang="en-US" sz="1700"/>
                        <a:t>groups, causes, and social challenges.</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89610"/>
                  </a:ext>
                </a:extLst>
              </a:tr>
              <a:tr h="672210">
                <a:tc>
                  <a:txBody>
                    <a:bodyPr/>
                    <a:lstStyle/>
                    <a:p>
                      <a:r>
                        <a:rPr lang="en-US" sz="1700"/>
                        <a:t>Legal action</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700"/>
                        <a:t>Engaging a company in a private legal</a:t>
                      </a:r>
                    </a:p>
                    <a:p>
                      <a:r>
                        <a:rPr lang="en-US" sz="1700"/>
                        <a:t>battle.</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3378213"/>
                  </a:ext>
                </a:extLst>
              </a:tr>
              <a:tr h="938432">
                <a:tc>
                  <a:txBody>
                    <a:bodyPr/>
                    <a:lstStyle/>
                    <a:p>
                      <a:r>
                        <a:rPr lang="en-US" sz="1700"/>
                        <a:t>Political action</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700"/>
                        <a:t>Making efforts to influence elected representatives</a:t>
                      </a:r>
                    </a:p>
                    <a:p>
                      <a:r>
                        <a:rPr lang="en-US" sz="1700"/>
                        <a:t>to create a more favorable business</a:t>
                      </a:r>
                    </a:p>
                    <a:p>
                      <a:r>
                        <a:rPr lang="en-US" sz="1700"/>
                        <a:t>environment or limit competition.</a:t>
                      </a:r>
                    </a:p>
                  </a:txBody>
                  <a:tcPr marL="99833" marR="99833" marT="49917" marB="49917">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438730"/>
                  </a:ext>
                </a:extLst>
              </a:tr>
            </a:tbl>
          </a:graphicData>
        </a:graphic>
      </p:graphicFrame>
    </p:spTree>
    <p:extLst>
      <p:ext uri="{BB962C8B-B14F-4D97-AF65-F5344CB8AC3E}">
        <p14:creationId xmlns:p14="http://schemas.microsoft.com/office/powerpoint/2010/main" val="820455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65859-345F-4BFD-B783-8B6ACC56D65C}"/>
              </a:ext>
            </a:extLst>
          </p:cNvPr>
          <p:cNvSpPr>
            <a:spLocks noGrp="1"/>
          </p:cNvSpPr>
          <p:nvPr>
            <p:ph type="title"/>
          </p:nvPr>
        </p:nvSpPr>
        <p:spPr>
          <a:xfrm>
            <a:off x="342900" y="304923"/>
            <a:ext cx="8458200" cy="821119"/>
          </a:xfrm>
        </p:spPr>
        <p:txBody>
          <a:bodyPr anchor="ctr">
            <a:normAutofit/>
          </a:bodyPr>
          <a:lstStyle/>
          <a:p>
            <a:pPr algn="ctr"/>
            <a:r>
              <a:rPr lang="en-US" sz="1200" noProof="0" dirty="0"/>
              <a:t>Exhibit 2.9 </a:t>
            </a:r>
            <a:r>
              <a:rPr lang="en-US" b="1" noProof="0" dirty="0">
                <a:highlight>
                  <a:srgbClr val="FFFF00"/>
                </a:highlight>
              </a:rPr>
              <a:t>Cooperative Action</a:t>
            </a:r>
          </a:p>
        </p:txBody>
      </p:sp>
      <p:sp>
        <p:nvSpPr>
          <p:cNvPr id="12" name="Text Placeholder 3">
            <a:extLst>
              <a:ext uri="{FF2B5EF4-FFF2-40B4-BE49-F238E27FC236}">
                <a16:creationId xmlns:a16="http://schemas.microsoft.com/office/drawing/2014/main" id="{F2B940F2-7DBC-2FDA-35DB-58FAE3A87956}"/>
              </a:ext>
            </a:extLst>
          </p:cNvPr>
          <p:cNvSpPr>
            <a:spLocks noGrp="1"/>
          </p:cNvSpPr>
          <p:nvPr>
            <p:ph type="body" sz="quarter" idx="14"/>
          </p:nvPr>
        </p:nvSpPr>
        <p:spPr>
          <a:xfrm>
            <a:off x="2928045" y="6331527"/>
            <a:ext cx="3287910" cy="260843"/>
          </a:xfrm>
        </p:spPr>
        <p:txBody>
          <a:bodyPr/>
          <a:lstStyle/>
          <a:p>
            <a:endParaRPr lang="en-US"/>
          </a:p>
        </p:txBody>
      </p:sp>
      <p:sp>
        <p:nvSpPr>
          <p:cNvPr id="14" name="Text Placeholder 4">
            <a:extLst>
              <a:ext uri="{FF2B5EF4-FFF2-40B4-BE49-F238E27FC236}">
                <a16:creationId xmlns:a16="http://schemas.microsoft.com/office/drawing/2014/main" id="{2C091A50-F4B4-0C1E-302D-26FEBE056710}"/>
              </a:ext>
            </a:extLst>
          </p:cNvPr>
          <p:cNvSpPr>
            <a:spLocks noGrp="1"/>
          </p:cNvSpPr>
          <p:nvPr>
            <p:ph type="body" sz="quarter" idx="13"/>
          </p:nvPr>
        </p:nvSpPr>
        <p:spPr>
          <a:xfrm>
            <a:off x="1562099" y="6684963"/>
            <a:ext cx="6972301" cy="173037"/>
          </a:xfrm>
        </p:spPr>
        <p:txBody>
          <a:bodyPr/>
          <a:lstStyle/>
          <a:p>
            <a:endParaRPr lang="en-US"/>
          </a:p>
        </p:txBody>
      </p:sp>
      <p:sp>
        <p:nvSpPr>
          <p:cNvPr id="6" name="Slide Number Placeholder 5">
            <a:extLst>
              <a:ext uri="{FF2B5EF4-FFF2-40B4-BE49-F238E27FC236}">
                <a16:creationId xmlns:a16="http://schemas.microsoft.com/office/drawing/2014/main" id="{3E41FB34-AC52-4E95-BC0B-4CCAAFD7A8E2}"/>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28</a:t>
            </a:fld>
            <a:endParaRPr lang="en-US"/>
          </a:p>
        </p:txBody>
      </p:sp>
      <p:graphicFrame>
        <p:nvGraphicFramePr>
          <p:cNvPr id="7" name="Table 7">
            <a:extLst>
              <a:ext uri="{FF2B5EF4-FFF2-40B4-BE49-F238E27FC236}">
                <a16:creationId xmlns:a16="http://schemas.microsoft.com/office/drawing/2014/main" id="{416FE26A-2916-4DC3-AD1F-A40DB19AD57B}"/>
              </a:ext>
            </a:extLst>
          </p:cNvPr>
          <p:cNvGraphicFramePr>
            <a:graphicFrameLocks noGrp="1"/>
          </p:cNvGraphicFramePr>
          <p:nvPr>
            <p:extLst>
              <p:ext uri="{D42A27DB-BD31-4B8C-83A1-F6EECF244321}">
                <p14:modId xmlns:p14="http://schemas.microsoft.com/office/powerpoint/2010/main" val="2870733251"/>
              </p:ext>
            </p:extLst>
          </p:nvPr>
        </p:nvGraphicFramePr>
        <p:xfrm>
          <a:off x="342900" y="1497939"/>
          <a:ext cx="8458201" cy="4529234"/>
        </p:xfrm>
        <a:graphic>
          <a:graphicData uri="http://schemas.openxmlformats.org/drawingml/2006/table">
            <a:tbl>
              <a:tblPr firstRow="1" bandRow="1">
                <a:tableStyleId>{5C22544A-7EE6-4342-B048-85BDC9FD1C3A}</a:tableStyleId>
              </a:tblPr>
              <a:tblGrid>
                <a:gridCol w="1562513">
                  <a:extLst>
                    <a:ext uri="{9D8B030D-6E8A-4147-A177-3AD203B41FA5}">
                      <a16:colId xmlns:a16="http://schemas.microsoft.com/office/drawing/2014/main" val="3965460402"/>
                    </a:ext>
                  </a:extLst>
                </a:gridCol>
                <a:gridCol w="3588601">
                  <a:extLst>
                    <a:ext uri="{9D8B030D-6E8A-4147-A177-3AD203B41FA5}">
                      <a16:colId xmlns:a16="http://schemas.microsoft.com/office/drawing/2014/main" val="359234075"/>
                    </a:ext>
                  </a:extLst>
                </a:gridCol>
                <a:gridCol w="3307087">
                  <a:extLst>
                    <a:ext uri="{9D8B030D-6E8A-4147-A177-3AD203B41FA5}">
                      <a16:colId xmlns:a16="http://schemas.microsoft.com/office/drawing/2014/main" val="1096125014"/>
                    </a:ext>
                  </a:extLst>
                </a:gridCol>
              </a:tblGrid>
              <a:tr h="441877">
                <a:tc>
                  <a:txBody>
                    <a:bodyPr/>
                    <a:lstStyle/>
                    <a:p>
                      <a:r>
                        <a:rPr lang="en-US" sz="1800"/>
                        <a:t>Strategy</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00000"/>
                    </a:solidFill>
                  </a:tcPr>
                </a:tc>
                <a:tc>
                  <a:txBody>
                    <a:bodyPr/>
                    <a:lstStyle/>
                    <a:p>
                      <a:r>
                        <a:rPr lang="en-US" sz="1800"/>
                        <a:t>Definition</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00000"/>
                    </a:solidFill>
                  </a:tcPr>
                </a:tc>
                <a:tc>
                  <a:txBody>
                    <a:bodyPr/>
                    <a:lstStyle/>
                    <a:p>
                      <a:r>
                        <a:rPr lang="en-US" sz="1800"/>
                        <a:t>Strategy</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906629983"/>
                  </a:ext>
                </a:extLst>
              </a:tr>
              <a:tr h="1546567">
                <a:tc>
                  <a:txBody>
                    <a:bodyPr/>
                    <a:lstStyle/>
                    <a:p>
                      <a:r>
                        <a:rPr lang="en-US" sz="1800"/>
                        <a:t>Contraction</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800"/>
                        <a:t>Negotiating an agreement between the organization and another group to exchange goods, services, information, patents, and so on.</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800"/>
                        <a:t>Starbucks and Keurig Green Mountain enter into a contract to offer more Starbucks K-Cup pack offerings.</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129425"/>
                  </a:ext>
                </a:extLst>
              </a:tr>
              <a:tr h="1270395">
                <a:tc>
                  <a:txBody>
                    <a:bodyPr/>
                    <a:lstStyle/>
                    <a:p>
                      <a:r>
                        <a:rPr lang="en-US" sz="1800"/>
                        <a:t>Cooptation</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800"/>
                        <a:t>Absorbing new elements into</a:t>
                      </a:r>
                    </a:p>
                    <a:p>
                      <a:r>
                        <a:rPr lang="en-US" sz="1800"/>
                        <a:t>the organization’s leadership</a:t>
                      </a:r>
                    </a:p>
                    <a:p>
                      <a:r>
                        <a:rPr lang="en-US" sz="1800"/>
                        <a:t>structure to avert threats to its</a:t>
                      </a:r>
                    </a:p>
                    <a:p>
                      <a:r>
                        <a:rPr lang="en-US" sz="1800"/>
                        <a:t>stability or existence.</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800"/>
                        <a:t>Consumer and labor representatives are added to a large retailer’s board of directors.</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0527590"/>
                  </a:ext>
                </a:extLst>
              </a:tr>
              <a:tr h="1270395">
                <a:tc>
                  <a:txBody>
                    <a:bodyPr/>
                    <a:lstStyle/>
                    <a:p>
                      <a:r>
                        <a:rPr lang="en-US" sz="1800"/>
                        <a:t>Coalition</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800"/>
                        <a:t>Two or more groups coalescing</a:t>
                      </a:r>
                    </a:p>
                    <a:p>
                      <a:r>
                        <a:rPr lang="en-US" sz="1800"/>
                        <a:t>and acting jointly with respect</a:t>
                      </a:r>
                    </a:p>
                    <a:p>
                      <a:r>
                        <a:rPr lang="en-US" sz="1800"/>
                        <a:t>to some set of issues for some</a:t>
                      </a:r>
                    </a:p>
                    <a:p>
                      <a:r>
                        <a:rPr lang="en-US" sz="1800"/>
                        <a:t>period of time.</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800"/>
                        <a:t>The Business Roundtable and the U.S. Chamber of Commerce lobby Congress on behalf of businesses.</a:t>
                      </a:r>
                    </a:p>
                  </a:txBody>
                  <a:tcPr marL="118360" marR="118360" marT="59180" marB="5918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3587688"/>
                  </a:ext>
                </a:extLst>
              </a:tr>
            </a:tbl>
          </a:graphicData>
        </a:graphic>
      </p:graphicFrame>
    </p:spTree>
    <p:extLst>
      <p:ext uri="{BB962C8B-B14F-4D97-AF65-F5344CB8AC3E}">
        <p14:creationId xmlns:p14="http://schemas.microsoft.com/office/powerpoint/2010/main" val="574054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3B5B7-463A-4FD2-B739-EA8B5CC385ED}"/>
              </a:ext>
            </a:extLst>
          </p:cNvPr>
          <p:cNvSpPr>
            <a:spLocks noGrp="1"/>
          </p:cNvSpPr>
          <p:nvPr>
            <p:ph type="title"/>
          </p:nvPr>
        </p:nvSpPr>
        <p:spPr>
          <a:xfrm>
            <a:off x="342900" y="106680"/>
            <a:ext cx="8458200" cy="2927182"/>
          </a:xfrm>
        </p:spPr>
        <p:txBody>
          <a:bodyPr anchor="ctr">
            <a:noAutofit/>
          </a:bodyPr>
          <a:lstStyle/>
          <a:p>
            <a:pPr algn="ctr"/>
            <a:r>
              <a:rPr lang="en-US" sz="4000" b="1" noProof="0" dirty="0">
                <a:highlight>
                  <a:srgbClr val="FFFF00"/>
                </a:highlight>
              </a:rPr>
              <a:t>Adapting to the Environment</a:t>
            </a:r>
            <a:r>
              <a:rPr lang="en-US" sz="5400" b="1" noProof="0" dirty="0">
                <a:highlight>
                  <a:srgbClr val="FFFF00"/>
                </a:highlight>
              </a:rPr>
              <a:t>:</a:t>
            </a:r>
            <a:br>
              <a:rPr lang="en-US" sz="5400" b="1" noProof="0" dirty="0">
                <a:highlight>
                  <a:srgbClr val="FFFF00"/>
                </a:highlight>
              </a:rPr>
            </a:br>
            <a:r>
              <a:rPr lang="en-US" sz="5400" b="1" noProof="0" dirty="0">
                <a:highlight>
                  <a:srgbClr val="FFFF00"/>
                </a:highlight>
              </a:rPr>
              <a:t> Changing the Organization</a:t>
            </a:r>
          </a:p>
        </p:txBody>
      </p:sp>
      <p:sp>
        <p:nvSpPr>
          <p:cNvPr id="3" name="Content Placeholder 2">
            <a:extLst>
              <a:ext uri="{FF2B5EF4-FFF2-40B4-BE49-F238E27FC236}">
                <a16:creationId xmlns:a16="http://schemas.microsoft.com/office/drawing/2014/main" id="{6F884AFD-6CD9-4522-9E07-25B512DF74F2}"/>
              </a:ext>
            </a:extLst>
          </p:cNvPr>
          <p:cNvSpPr>
            <a:spLocks noGrp="1"/>
          </p:cNvSpPr>
          <p:nvPr>
            <p:ph sz="quarter" idx="14"/>
          </p:nvPr>
        </p:nvSpPr>
        <p:spPr>
          <a:xfrm>
            <a:off x="819150" y="3428999"/>
            <a:ext cx="7821930" cy="2507391"/>
          </a:xfrm>
        </p:spPr>
        <p:txBody>
          <a:bodyPr>
            <a:normAutofit/>
          </a:bodyPr>
          <a:lstStyle/>
          <a:p>
            <a:pPr marL="0" indent="0">
              <a:buNone/>
            </a:pPr>
            <a:r>
              <a:rPr lang="en-US" sz="1900" noProof="0" dirty="0"/>
              <a:t>To cope with environmental uncertainty and change, organizations can adjust structures and work processes.</a:t>
            </a:r>
          </a:p>
          <a:p>
            <a:pPr lvl="1"/>
            <a:r>
              <a:rPr lang="en-US" sz="3600" b="1" noProof="0" dirty="0"/>
              <a:t>Buffering</a:t>
            </a:r>
          </a:p>
          <a:p>
            <a:pPr lvl="1"/>
            <a:r>
              <a:rPr lang="en-US" sz="3600" b="1" noProof="0" dirty="0"/>
              <a:t>Smoothing</a:t>
            </a:r>
          </a:p>
          <a:p>
            <a:pPr lvl="1"/>
            <a:r>
              <a:rPr lang="en-US" sz="3600" b="1" noProof="0" dirty="0"/>
              <a:t>Flexible processes</a:t>
            </a:r>
          </a:p>
        </p:txBody>
      </p:sp>
      <p:sp>
        <p:nvSpPr>
          <p:cNvPr id="13" name="Text Placeholder 4">
            <a:extLst>
              <a:ext uri="{FF2B5EF4-FFF2-40B4-BE49-F238E27FC236}">
                <a16:creationId xmlns:a16="http://schemas.microsoft.com/office/drawing/2014/main" id="{E7A2347C-9CBC-1552-DC25-B35F48BEDEA0}"/>
              </a:ext>
            </a:extLst>
          </p:cNvPr>
          <p:cNvSpPr>
            <a:spLocks noGrp="1"/>
          </p:cNvSpPr>
          <p:nvPr>
            <p:ph type="body" sz="quarter" idx="15"/>
          </p:nvPr>
        </p:nvSpPr>
        <p:spPr>
          <a:xfrm>
            <a:off x="2928045" y="6331527"/>
            <a:ext cx="3287910" cy="260843"/>
          </a:xfrm>
        </p:spPr>
        <p:txBody>
          <a:bodyPr/>
          <a:lstStyle/>
          <a:p>
            <a:endParaRPr lang="en-US"/>
          </a:p>
        </p:txBody>
      </p:sp>
      <p:sp>
        <p:nvSpPr>
          <p:cNvPr id="15" name="Text Placeholder 5">
            <a:extLst>
              <a:ext uri="{FF2B5EF4-FFF2-40B4-BE49-F238E27FC236}">
                <a16:creationId xmlns:a16="http://schemas.microsoft.com/office/drawing/2014/main" id="{67BB596A-BA34-B4C0-11D3-E8490F75019C}"/>
              </a:ext>
            </a:extLst>
          </p:cNvPr>
          <p:cNvSpPr>
            <a:spLocks noGrp="1"/>
          </p:cNvSpPr>
          <p:nvPr>
            <p:ph type="body" sz="quarter" idx="13"/>
          </p:nvPr>
        </p:nvSpPr>
        <p:spPr>
          <a:xfrm>
            <a:off x="1562100" y="6684963"/>
            <a:ext cx="6972300" cy="173037"/>
          </a:xfrm>
        </p:spPr>
        <p:txBody>
          <a:bodyPr/>
          <a:lstStyle/>
          <a:p>
            <a:endParaRPr lang="en-US"/>
          </a:p>
        </p:txBody>
      </p:sp>
      <p:sp>
        <p:nvSpPr>
          <p:cNvPr id="6" name="Slide Number Placeholder 5">
            <a:extLst>
              <a:ext uri="{FF2B5EF4-FFF2-40B4-BE49-F238E27FC236}">
                <a16:creationId xmlns:a16="http://schemas.microsoft.com/office/drawing/2014/main" id="{B71EFEB0-5808-4503-A49A-DDB865336C13}"/>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29</a:t>
            </a:fld>
            <a:endParaRPr lang="en-US"/>
          </a:p>
        </p:txBody>
      </p:sp>
    </p:spTree>
    <p:extLst>
      <p:ext uri="{BB962C8B-B14F-4D97-AF65-F5344CB8AC3E}">
        <p14:creationId xmlns:p14="http://schemas.microsoft.com/office/powerpoint/2010/main" val="2680285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C61A2-FCBE-41C6-B633-322603F83115}"/>
              </a:ext>
            </a:extLst>
          </p:cNvPr>
          <p:cNvSpPr>
            <a:spLocks noGrp="1"/>
          </p:cNvSpPr>
          <p:nvPr>
            <p:ph type="title"/>
          </p:nvPr>
        </p:nvSpPr>
        <p:spPr>
          <a:xfrm>
            <a:off x="342900" y="233546"/>
            <a:ext cx="8458200" cy="821119"/>
          </a:xfrm>
        </p:spPr>
        <p:txBody>
          <a:bodyPr anchor="ctr">
            <a:normAutofit/>
          </a:bodyPr>
          <a:lstStyle/>
          <a:p>
            <a:pPr algn="ctr"/>
            <a:r>
              <a:rPr lang="en-US" sz="4800" b="1" noProof="0" dirty="0">
                <a:solidFill>
                  <a:srgbClr val="FF0000"/>
                </a:solidFill>
                <a:highlight>
                  <a:srgbClr val="FFFF00"/>
                </a:highlight>
              </a:rPr>
              <a:t>Choosing an Approach</a:t>
            </a:r>
          </a:p>
        </p:txBody>
      </p:sp>
      <p:sp>
        <p:nvSpPr>
          <p:cNvPr id="30" name="Text Placeholder 3">
            <a:extLst>
              <a:ext uri="{FF2B5EF4-FFF2-40B4-BE49-F238E27FC236}">
                <a16:creationId xmlns:a16="http://schemas.microsoft.com/office/drawing/2014/main" id="{4F189A52-65E8-B003-915D-740F981F37E0}"/>
              </a:ext>
            </a:extLst>
          </p:cNvPr>
          <p:cNvSpPr>
            <a:spLocks noGrp="1"/>
          </p:cNvSpPr>
          <p:nvPr>
            <p:ph type="body" sz="quarter" idx="14"/>
          </p:nvPr>
        </p:nvSpPr>
        <p:spPr>
          <a:xfrm>
            <a:off x="2928045" y="6331527"/>
            <a:ext cx="3287910" cy="260843"/>
          </a:xfrm>
        </p:spPr>
        <p:txBody>
          <a:bodyPr/>
          <a:lstStyle/>
          <a:p>
            <a:endParaRPr lang="en-US"/>
          </a:p>
        </p:txBody>
      </p:sp>
      <p:sp>
        <p:nvSpPr>
          <p:cNvPr id="31" name="Text Placeholder 4">
            <a:extLst>
              <a:ext uri="{FF2B5EF4-FFF2-40B4-BE49-F238E27FC236}">
                <a16:creationId xmlns:a16="http://schemas.microsoft.com/office/drawing/2014/main" id="{23EE2D5F-AF61-0EE5-026D-0E76DA9620A5}"/>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7251C306-5308-4374-9B02-017692ECF82C}"/>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30</a:t>
            </a:fld>
            <a:endParaRPr lang="en-US"/>
          </a:p>
        </p:txBody>
      </p:sp>
      <p:graphicFrame>
        <p:nvGraphicFramePr>
          <p:cNvPr id="13" name="Content Placeholder 2">
            <a:extLst>
              <a:ext uri="{FF2B5EF4-FFF2-40B4-BE49-F238E27FC236}">
                <a16:creationId xmlns:a16="http://schemas.microsoft.com/office/drawing/2014/main" id="{A31B5B96-57E3-C5BC-F705-8299519DB9DB}"/>
              </a:ext>
            </a:extLst>
          </p:cNvPr>
          <p:cNvGraphicFramePr>
            <a:graphicFrameLocks noGrp="1"/>
          </p:cNvGraphicFramePr>
          <p:nvPr>
            <p:ph sz="quarter" idx="11"/>
            <p:extLst>
              <p:ext uri="{D42A27DB-BD31-4B8C-83A1-F6EECF244321}">
                <p14:modId xmlns:p14="http://schemas.microsoft.com/office/powerpoint/2010/main" val="199300459"/>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9268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C762-9AD3-481A-890C-6FD695C046CA}"/>
              </a:ext>
            </a:extLst>
          </p:cNvPr>
          <p:cNvSpPr>
            <a:spLocks noGrp="1"/>
          </p:cNvSpPr>
          <p:nvPr>
            <p:ph type="title"/>
          </p:nvPr>
        </p:nvSpPr>
        <p:spPr>
          <a:xfrm>
            <a:off x="342900" y="233546"/>
            <a:ext cx="8458200" cy="821119"/>
          </a:xfrm>
        </p:spPr>
        <p:txBody>
          <a:bodyPr anchor="ctr">
            <a:normAutofit/>
          </a:bodyPr>
          <a:lstStyle/>
          <a:p>
            <a:pPr algn="ctr"/>
            <a:r>
              <a:rPr lang="en-US" sz="4800" b="1" noProof="0" dirty="0">
                <a:highlight>
                  <a:srgbClr val="F4CCCC"/>
                </a:highlight>
              </a:rPr>
              <a:t>Organization Culture</a:t>
            </a:r>
          </a:p>
        </p:txBody>
      </p:sp>
      <p:sp>
        <p:nvSpPr>
          <p:cNvPr id="14" name="Text Placeholder 3">
            <a:extLst>
              <a:ext uri="{FF2B5EF4-FFF2-40B4-BE49-F238E27FC236}">
                <a16:creationId xmlns:a16="http://schemas.microsoft.com/office/drawing/2014/main" id="{B5FF63CE-C5A3-7B27-BA03-0838C7464776}"/>
              </a:ext>
            </a:extLst>
          </p:cNvPr>
          <p:cNvSpPr>
            <a:spLocks noGrp="1"/>
          </p:cNvSpPr>
          <p:nvPr>
            <p:ph type="body" sz="quarter" idx="14"/>
          </p:nvPr>
        </p:nvSpPr>
        <p:spPr>
          <a:xfrm>
            <a:off x="2928045" y="6331527"/>
            <a:ext cx="3287910" cy="260843"/>
          </a:xfrm>
        </p:spPr>
        <p:txBody>
          <a:bodyPr/>
          <a:lstStyle/>
          <a:p>
            <a:endParaRPr lang="en-US"/>
          </a:p>
        </p:txBody>
      </p:sp>
      <p:sp>
        <p:nvSpPr>
          <p:cNvPr id="15" name="Text Placeholder 4">
            <a:extLst>
              <a:ext uri="{FF2B5EF4-FFF2-40B4-BE49-F238E27FC236}">
                <a16:creationId xmlns:a16="http://schemas.microsoft.com/office/drawing/2014/main" id="{4638E8F0-30FA-68BD-2CF0-B3814A4B2601}"/>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D1490F1D-5057-4394-B78A-DBE7CA00E2D6}"/>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31</a:t>
            </a:fld>
            <a:endParaRPr lang="en-US"/>
          </a:p>
        </p:txBody>
      </p:sp>
      <p:graphicFrame>
        <p:nvGraphicFramePr>
          <p:cNvPr id="16" name="Content Placeholder 2">
            <a:extLst>
              <a:ext uri="{FF2B5EF4-FFF2-40B4-BE49-F238E27FC236}">
                <a16:creationId xmlns:a16="http://schemas.microsoft.com/office/drawing/2014/main" id="{768218A5-2A45-309D-EB99-77EA8C6172A3}"/>
              </a:ext>
            </a:extLst>
          </p:cNvPr>
          <p:cNvGraphicFramePr>
            <a:graphicFrameLocks noGrp="1"/>
          </p:cNvGraphicFramePr>
          <p:nvPr>
            <p:ph sz="quarter" idx="11"/>
            <p:extLst>
              <p:ext uri="{D42A27DB-BD31-4B8C-83A1-F6EECF244321}">
                <p14:modId xmlns:p14="http://schemas.microsoft.com/office/powerpoint/2010/main" val="582703215"/>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4211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E8D79F8-6346-428D-ABF9-B59D0113EC01}"/>
              </a:ext>
            </a:extLst>
          </p:cNvPr>
          <p:cNvSpPr>
            <a:spLocks noGrp="1"/>
          </p:cNvSpPr>
          <p:nvPr>
            <p:ph type="title"/>
          </p:nvPr>
        </p:nvSpPr>
        <p:spPr>
          <a:xfrm>
            <a:off x="685800" y="213360"/>
            <a:ext cx="7556958" cy="2019883"/>
          </a:xfrm>
        </p:spPr>
        <p:txBody>
          <a:bodyPr>
            <a:noAutofit/>
          </a:bodyPr>
          <a:lstStyle/>
          <a:p>
            <a:pPr algn="ctr"/>
            <a:r>
              <a:rPr lang="en-US" sz="5400" b="1" noProof="0" dirty="0">
                <a:highlight>
                  <a:srgbClr val="F4CCCC"/>
                </a:highlight>
              </a:rPr>
              <a:t>Culture Ground Rules at Warby Parker</a:t>
            </a:r>
          </a:p>
        </p:txBody>
      </p:sp>
      <p:sp>
        <p:nvSpPr>
          <p:cNvPr id="9" name="Content Placeholder 8">
            <a:extLst>
              <a:ext uri="{FF2B5EF4-FFF2-40B4-BE49-F238E27FC236}">
                <a16:creationId xmlns:a16="http://schemas.microsoft.com/office/drawing/2014/main" id="{34AB4557-2D8A-43F1-A6EB-B0419E8312DA}"/>
              </a:ext>
            </a:extLst>
          </p:cNvPr>
          <p:cNvSpPr>
            <a:spLocks noGrp="1"/>
          </p:cNvSpPr>
          <p:nvPr>
            <p:ph sz="quarter" idx="11"/>
          </p:nvPr>
        </p:nvSpPr>
        <p:spPr>
          <a:xfrm>
            <a:off x="630378" y="2233244"/>
            <a:ext cx="8193582" cy="3740836"/>
          </a:xfrm>
        </p:spPr>
        <p:txBody>
          <a:bodyPr/>
          <a:lstStyle/>
          <a:p>
            <a:pPr marL="342900" indent="-342900">
              <a:buFont typeface="Arial" panose="020B0604020202020204" pitchFamily="34" charset="0"/>
              <a:buChar char="•"/>
            </a:pPr>
            <a:r>
              <a:rPr lang="en-US" sz="2800" b="1" noProof="0" dirty="0"/>
              <a:t>Treat customers the way we’d like to be treated.</a:t>
            </a:r>
            <a:br>
              <a:rPr lang="en-US" sz="2800" b="1" noProof="0" dirty="0"/>
            </a:br>
            <a:endParaRPr lang="en-US" sz="2800" b="1" noProof="0" dirty="0"/>
          </a:p>
          <a:p>
            <a:pPr marL="342900" indent="-342900">
              <a:buFont typeface="Arial" panose="020B0604020202020204" pitchFamily="34" charset="0"/>
              <a:buChar char="•"/>
            </a:pPr>
            <a:r>
              <a:rPr lang="en-US" sz="2800" b="1" noProof="0" dirty="0"/>
              <a:t>Create an environment where employees can think big, have fun, and do good.</a:t>
            </a:r>
          </a:p>
          <a:p>
            <a:pPr marL="342900" indent="-342900">
              <a:buFont typeface="Arial" panose="020B0604020202020204" pitchFamily="34" charset="0"/>
              <a:buChar char="•"/>
            </a:pPr>
            <a:endParaRPr lang="en-US" sz="2800" b="1" noProof="0" dirty="0"/>
          </a:p>
          <a:p>
            <a:pPr marL="342900" indent="-342900">
              <a:buFont typeface="Arial" panose="020B0604020202020204" pitchFamily="34" charset="0"/>
              <a:buChar char="•"/>
            </a:pPr>
            <a:r>
              <a:rPr lang="en-US" sz="2800" b="1" noProof="0" dirty="0"/>
              <a:t>“Get out there.”</a:t>
            </a:r>
          </a:p>
          <a:p>
            <a:pPr marL="342900" indent="-342900">
              <a:buFont typeface="Arial" panose="020B0604020202020204" pitchFamily="34" charset="0"/>
              <a:buChar char="•"/>
            </a:pPr>
            <a:endParaRPr lang="en-US" sz="2800" b="1" noProof="0" dirty="0"/>
          </a:p>
          <a:p>
            <a:pPr marL="342900" indent="-342900">
              <a:buFont typeface="Arial" panose="020B0604020202020204" pitchFamily="34" charset="0"/>
              <a:buChar char="•"/>
            </a:pPr>
            <a:r>
              <a:rPr lang="en-US" sz="2800" b="1" noProof="0" dirty="0"/>
              <a:t>“Green is good.”</a:t>
            </a:r>
          </a:p>
        </p:txBody>
      </p:sp>
      <p:sp>
        <p:nvSpPr>
          <p:cNvPr id="13" name="Content Placeholder 12">
            <a:extLst>
              <a:ext uri="{FF2B5EF4-FFF2-40B4-BE49-F238E27FC236}">
                <a16:creationId xmlns:a16="http://schemas.microsoft.com/office/drawing/2014/main" id="{055CC6A2-AEFA-4E60-B9B2-13EE25033865}"/>
              </a:ext>
            </a:extLst>
          </p:cNvPr>
          <p:cNvSpPr>
            <a:spLocks noGrp="1"/>
          </p:cNvSpPr>
          <p:nvPr>
            <p:ph sz="quarter" idx="14"/>
          </p:nvPr>
        </p:nvSpPr>
        <p:spPr>
          <a:xfrm>
            <a:off x="887934" y="4732037"/>
            <a:ext cx="7775448" cy="318545"/>
          </a:xfrm>
        </p:spPr>
        <p:txBody>
          <a:bodyPr/>
          <a:lstStyle/>
          <a:p>
            <a:pPr marL="0" indent="0" algn="ctr">
              <a:buNone/>
            </a:pPr>
            <a:endParaRPr lang="en-US" sz="1100" noProof="0" dirty="0"/>
          </a:p>
          <a:p>
            <a:pPr marL="0" indent="0" algn="ctr">
              <a:buNone/>
            </a:pPr>
            <a:endParaRPr lang="en-US" sz="1100" noProof="0" dirty="0"/>
          </a:p>
          <a:p>
            <a:pPr marL="0" indent="0" algn="ctr">
              <a:buNone/>
            </a:pPr>
            <a:endParaRPr lang="en-US" sz="1100" dirty="0"/>
          </a:p>
          <a:p>
            <a:pPr marL="0" indent="0" algn="ctr">
              <a:buNone/>
            </a:pPr>
            <a:endParaRPr lang="en-US" sz="1100" noProof="0" dirty="0"/>
          </a:p>
          <a:p>
            <a:pPr marL="0" indent="0" algn="ctr">
              <a:buNone/>
            </a:pPr>
            <a:endParaRPr lang="en-US" sz="1100" dirty="0"/>
          </a:p>
          <a:p>
            <a:pPr marL="0" indent="0" algn="ctr">
              <a:buNone/>
            </a:pPr>
            <a:endParaRPr lang="en-US" sz="1100" noProof="0" dirty="0"/>
          </a:p>
          <a:p>
            <a:pPr marL="0" indent="0" algn="ctr">
              <a:buNone/>
            </a:pPr>
            <a:endParaRPr lang="en-US" sz="1100" dirty="0"/>
          </a:p>
          <a:p>
            <a:pPr marL="0" indent="0" algn="ctr">
              <a:buNone/>
            </a:pPr>
            <a:r>
              <a:rPr lang="en-US" sz="1100" noProof="0" dirty="0"/>
              <a:t>Source: Company website, “We Have a Couple of Ground Rules at Warby Parker,” Warby Parker, www.warbyparker.com.</a:t>
            </a:r>
          </a:p>
        </p:txBody>
      </p:sp>
      <p:sp>
        <p:nvSpPr>
          <p:cNvPr id="7" name="Slide Number Placeholder 6">
            <a:extLst>
              <a:ext uri="{FF2B5EF4-FFF2-40B4-BE49-F238E27FC236}">
                <a16:creationId xmlns:a16="http://schemas.microsoft.com/office/drawing/2014/main" id="{37FDA272-FDBE-4D86-86C5-5EB03A599942}"/>
              </a:ext>
            </a:extLst>
          </p:cNvPr>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3137881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C762-9AD3-481A-890C-6FD695C046CA}"/>
              </a:ext>
            </a:extLst>
          </p:cNvPr>
          <p:cNvSpPr>
            <a:spLocks noGrp="1"/>
          </p:cNvSpPr>
          <p:nvPr>
            <p:ph type="title"/>
          </p:nvPr>
        </p:nvSpPr>
        <p:spPr>
          <a:xfrm>
            <a:off x="342900" y="233546"/>
            <a:ext cx="8458200" cy="821119"/>
          </a:xfrm>
        </p:spPr>
        <p:txBody>
          <a:bodyPr anchor="ctr">
            <a:normAutofit fontScale="90000"/>
          </a:bodyPr>
          <a:lstStyle/>
          <a:p>
            <a:pPr algn="ctr"/>
            <a:r>
              <a:rPr lang="en-US" sz="2500" b="1" noProof="0" dirty="0"/>
              <a:t>Management in Action</a:t>
            </a:r>
            <a:r>
              <a:rPr lang="en-US" sz="2500" noProof="0" dirty="0"/>
              <a:t>: </a:t>
            </a:r>
            <a:br>
              <a:rPr lang="en-US" sz="2500" noProof="0" dirty="0"/>
            </a:br>
            <a:r>
              <a:rPr lang="en-US" noProof="0" dirty="0">
                <a:solidFill>
                  <a:srgbClr val="FF0000"/>
                </a:solidFill>
              </a:rPr>
              <a:t>The Internal Culture at Amazon</a:t>
            </a:r>
            <a:endParaRPr lang="en-US" b="0" noProof="0" dirty="0">
              <a:solidFill>
                <a:srgbClr val="FF0000"/>
              </a:solidFill>
            </a:endParaRPr>
          </a:p>
        </p:txBody>
      </p:sp>
      <p:sp>
        <p:nvSpPr>
          <p:cNvPr id="29" name="Text Placeholder 3">
            <a:extLst>
              <a:ext uri="{FF2B5EF4-FFF2-40B4-BE49-F238E27FC236}">
                <a16:creationId xmlns:a16="http://schemas.microsoft.com/office/drawing/2014/main" id="{FCD62A79-0053-1C03-FD8C-EB2E827CBD1E}"/>
              </a:ext>
            </a:extLst>
          </p:cNvPr>
          <p:cNvSpPr>
            <a:spLocks noGrp="1"/>
          </p:cNvSpPr>
          <p:nvPr>
            <p:ph type="body" sz="quarter" idx="14"/>
          </p:nvPr>
        </p:nvSpPr>
        <p:spPr>
          <a:xfrm>
            <a:off x="2928045" y="6331527"/>
            <a:ext cx="3287910" cy="260843"/>
          </a:xfrm>
        </p:spPr>
        <p:txBody>
          <a:bodyPr/>
          <a:lstStyle/>
          <a:p>
            <a:endParaRPr lang="en-US"/>
          </a:p>
        </p:txBody>
      </p:sp>
      <p:sp>
        <p:nvSpPr>
          <p:cNvPr id="30" name="Text Placeholder 4">
            <a:extLst>
              <a:ext uri="{FF2B5EF4-FFF2-40B4-BE49-F238E27FC236}">
                <a16:creationId xmlns:a16="http://schemas.microsoft.com/office/drawing/2014/main" id="{4A70E641-3A41-F797-7007-664D07CBE599}"/>
              </a:ext>
            </a:extLst>
          </p:cNvPr>
          <p:cNvSpPr>
            <a:spLocks noGrp="1"/>
          </p:cNvSpPr>
          <p:nvPr>
            <p:ph type="body" sz="quarter" idx="13"/>
          </p:nvPr>
        </p:nvSpPr>
        <p:spPr>
          <a:xfrm>
            <a:off x="1562099" y="6684963"/>
            <a:ext cx="6972301" cy="173037"/>
          </a:xfrm>
        </p:spPr>
        <p:txBody>
          <a:bodyPr/>
          <a:lstStyle/>
          <a:p>
            <a:endParaRPr lang="en-US"/>
          </a:p>
        </p:txBody>
      </p:sp>
      <p:sp>
        <p:nvSpPr>
          <p:cNvPr id="11" name="Slide Number Placeholder 10">
            <a:extLst>
              <a:ext uri="{FF2B5EF4-FFF2-40B4-BE49-F238E27FC236}">
                <a16:creationId xmlns:a16="http://schemas.microsoft.com/office/drawing/2014/main" id="{D1490F1D-5057-4394-B78A-DBE7CA00E2D6}"/>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33</a:t>
            </a:fld>
            <a:endParaRPr lang="en-US"/>
          </a:p>
        </p:txBody>
      </p:sp>
      <p:graphicFrame>
        <p:nvGraphicFramePr>
          <p:cNvPr id="31" name="Content Placeholder 2">
            <a:extLst>
              <a:ext uri="{FF2B5EF4-FFF2-40B4-BE49-F238E27FC236}">
                <a16:creationId xmlns:a16="http://schemas.microsoft.com/office/drawing/2014/main" id="{49AB9A61-0F4A-4186-CB43-8DC2A0238CB8}"/>
              </a:ext>
            </a:extLst>
          </p:cNvPr>
          <p:cNvGraphicFramePr>
            <a:graphicFrameLocks noGrp="1"/>
          </p:cNvGraphicFramePr>
          <p:nvPr>
            <p:ph sz="quarter" idx="11"/>
            <p:extLst>
              <p:ext uri="{D42A27DB-BD31-4B8C-83A1-F6EECF244321}">
                <p14:modId xmlns:p14="http://schemas.microsoft.com/office/powerpoint/2010/main" val="4075765864"/>
              </p:ext>
            </p:extLst>
          </p:nvPr>
        </p:nvGraphicFramePr>
        <p:xfrm>
          <a:off x="342900" y="1276709"/>
          <a:ext cx="8458200" cy="4971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9521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2562D-49A5-4C7D-B1AC-FB81EADBEDB4}"/>
              </a:ext>
            </a:extLst>
          </p:cNvPr>
          <p:cNvSpPr>
            <a:spLocks noGrp="1"/>
          </p:cNvSpPr>
          <p:nvPr>
            <p:ph type="title"/>
          </p:nvPr>
        </p:nvSpPr>
        <p:spPr>
          <a:xfrm>
            <a:off x="342900" y="233546"/>
            <a:ext cx="8458200" cy="821119"/>
          </a:xfrm>
        </p:spPr>
        <p:txBody>
          <a:bodyPr anchor="ctr">
            <a:normAutofit/>
          </a:bodyPr>
          <a:lstStyle/>
          <a:p>
            <a:r>
              <a:rPr lang="en-US" sz="4000" b="1" noProof="0" dirty="0"/>
              <a:t>In Review</a:t>
            </a:r>
          </a:p>
        </p:txBody>
      </p:sp>
      <p:sp>
        <p:nvSpPr>
          <p:cNvPr id="14" name="Text Placeholder 4">
            <a:extLst>
              <a:ext uri="{FF2B5EF4-FFF2-40B4-BE49-F238E27FC236}">
                <a16:creationId xmlns:a16="http://schemas.microsoft.com/office/drawing/2014/main" id="{86F4B637-2BD9-C5DE-A5F7-598FEB725753}"/>
              </a:ext>
            </a:extLst>
          </p:cNvPr>
          <p:cNvSpPr>
            <a:spLocks noGrp="1"/>
          </p:cNvSpPr>
          <p:nvPr>
            <p:ph type="body" sz="quarter" idx="15"/>
          </p:nvPr>
        </p:nvSpPr>
        <p:spPr>
          <a:xfrm>
            <a:off x="2928045" y="6331527"/>
            <a:ext cx="3287910" cy="260843"/>
          </a:xfrm>
        </p:spPr>
        <p:txBody>
          <a:bodyPr/>
          <a:lstStyle/>
          <a:p>
            <a:endParaRPr lang="en-US"/>
          </a:p>
        </p:txBody>
      </p:sp>
      <p:sp>
        <p:nvSpPr>
          <p:cNvPr id="16" name="Text Placeholder 5">
            <a:extLst>
              <a:ext uri="{FF2B5EF4-FFF2-40B4-BE49-F238E27FC236}">
                <a16:creationId xmlns:a16="http://schemas.microsoft.com/office/drawing/2014/main" id="{739EE4EC-4D50-F84D-88D9-8F7DC8144C4D}"/>
              </a:ext>
            </a:extLst>
          </p:cNvPr>
          <p:cNvSpPr>
            <a:spLocks noGrp="1"/>
          </p:cNvSpPr>
          <p:nvPr>
            <p:ph type="body" sz="quarter" idx="13"/>
          </p:nvPr>
        </p:nvSpPr>
        <p:spPr>
          <a:xfrm>
            <a:off x="1562100" y="6684963"/>
            <a:ext cx="6972300" cy="173037"/>
          </a:xfrm>
        </p:spPr>
        <p:txBody>
          <a:bodyPr/>
          <a:lstStyle/>
          <a:p>
            <a:endParaRPr lang="en-US"/>
          </a:p>
        </p:txBody>
      </p:sp>
      <p:sp>
        <p:nvSpPr>
          <p:cNvPr id="6" name="Slide Number Placeholder 5">
            <a:extLst>
              <a:ext uri="{FF2B5EF4-FFF2-40B4-BE49-F238E27FC236}">
                <a16:creationId xmlns:a16="http://schemas.microsoft.com/office/drawing/2014/main" id="{2F891EB8-E1D9-4825-A1C4-D984AA05B3CE}"/>
              </a:ext>
            </a:extLst>
          </p:cNvPr>
          <p:cNvSpPr>
            <a:spLocks noGrp="1"/>
          </p:cNvSpPr>
          <p:nvPr>
            <p:ph type="sldNum" sz="quarter" idx="10"/>
          </p:nvPr>
        </p:nvSpPr>
        <p:spPr/>
        <p:txBody>
          <a:bodyPr/>
          <a:lstStyle/>
          <a:p>
            <a:pPr>
              <a:spcAft>
                <a:spcPts val="600"/>
              </a:spcAft>
            </a:pPr>
            <a:fld id="{68151E55-6873-49E2-B8D5-2F265E6F1973}" type="slidenum">
              <a:rPr lang="en-US" smtClean="0"/>
              <a:pPr>
                <a:spcAft>
                  <a:spcPts val="600"/>
                </a:spcAft>
              </a:pPr>
              <a:t>34</a:t>
            </a:fld>
            <a:endParaRPr lang="en-US"/>
          </a:p>
        </p:txBody>
      </p:sp>
      <p:graphicFrame>
        <p:nvGraphicFramePr>
          <p:cNvPr id="8" name="Content Placeholder 2">
            <a:extLst>
              <a:ext uri="{FF2B5EF4-FFF2-40B4-BE49-F238E27FC236}">
                <a16:creationId xmlns:a16="http://schemas.microsoft.com/office/drawing/2014/main" id="{25743C36-3228-8D2E-F18A-C023DA6904C6}"/>
              </a:ext>
            </a:extLst>
          </p:cNvPr>
          <p:cNvGraphicFramePr>
            <a:graphicFrameLocks noGrp="1"/>
          </p:cNvGraphicFramePr>
          <p:nvPr>
            <p:ph sz="quarter" idx="11"/>
            <p:extLst>
              <p:ext uri="{D42A27DB-BD31-4B8C-83A1-F6EECF244321}">
                <p14:modId xmlns:p14="http://schemas.microsoft.com/office/powerpoint/2010/main" val="1601208080"/>
              </p:ext>
            </p:extLst>
          </p:nvPr>
        </p:nvGraphicFramePr>
        <p:xfrm>
          <a:off x="342900" y="1901398"/>
          <a:ext cx="8458200" cy="2838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3058841"/>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MainContentSlideMaster">
  <a:themeElements>
    <a:clrScheme name="Custom 20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5.xml><?xml version="1.0" encoding="utf-8"?>
<a:theme xmlns:a="http://schemas.openxmlformats.org/drawingml/2006/main" name="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6.xml><?xml version="1.0" encoding="utf-8"?>
<a:theme xmlns:a="http://schemas.openxmlformats.org/drawingml/2006/main" name="1_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7.xml><?xml version="1.0" encoding="utf-8"?>
<a:theme xmlns:a="http://schemas.openxmlformats.org/drawingml/2006/main" name="Swinburne">
  <a:themeElements>
    <a:clrScheme name="Swinburne">
      <a:dk1>
        <a:srgbClr val="000000"/>
      </a:dk1>
      <a:lt1>
        <a:sysClr val="window" lastClr="FFFFFF"/>
      </a:lt1>
      <a:dk2>
        <a:srgbClr val="3D3A3B"/>
      </a:dk2>
      <a:lt2>
        <a:srgbClr val="E7E7E8"/>
      </a:lt2>
      <a:accent1>
        <a:srgbClr val="3D3A3B"/>
      </a:accent1>
      <a:accent2>
        <a:srgbClr val="E7E7E8"/>
      </a:accent2>
      <a:accent3>
        <a:srgbClr val="A5A5A5"/>
      </a:accent3>
      <a:accent4>
        <a:srgbClr val="BFBFBF"/>
      </a:accent4>
      <a:accent5>
        <a:srgbClr val="D8D8D8"/>
      </a:accent5>
      <a:accent6>
        <a:srgbClr val="F2F2F2"/>
      </a:accent6>
      <a:hlink>
        <a:srgbClr val="0563C1"/>
      </a:hlink>
      <a:folHlink>
        <a:srgbClr val="954F72"/>
      </a:folHlink>
    </a:clrScheme>
    <a:fontScheme name="SwinburneFonts">
      <a:majorFont>
        <a:latin typeface="Barlow Light"/>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nburne" id="{2F5F439F-722C-4FD2-84ED-4D1CD1AFAB38}" vid="{5462BE9E-DCA2-451B-A3C6-85FCFC982355}"/>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Template_Editorial_v11_2020</Template>
  <TotalTime>5741</TotalTime>
  <Words>4306</Words>
  <Application>Microsoft Office PowerPoint</Application>
  <PresentationFormat>On-screen Show (4:3)</PresentationFormat>
  <Paragraphs>381</Paragraphs>
  <Slides>34</Slides>
  <Notes>33</Notes>
  <HiddenSlides>0</HiddenSlides>
  <MMClips>0</MMClips>
  <ScaleCrop>false</ScaleCrop>
  <HeadingPairs>
    <vt:vector size="6" baseType="variant">
      <vt:variant>
        <vt:lpstr>Fonts Used</vt:lpstr>
      </vt:variant>
      <vt:variant>
        <vt:i4>9</vt:i4>
      </vt:variant>
      <vt:variant>
        <vt:lpstr>Theme</vt:lpstr>
      </vt:variant>
      <vt:variant>
        <vt:i4>7</vt:i4>
      </vt:variant>
      <vt:variant>
        <vt:lpstr>Slide Titles</vt:lpstr>
      </vt:variant>
      <vt:variant>
        <vt:i4>34</vt:i4>
      </vt:variant>
    </vt:vector>
  </HeadingPairs>
  <TitlesOfParts>
    <vt:vector size="50" baseType="lpstr">
      <vt:lpstr>ＭＳ Ｐゴシック</vt:lpstr>
      <vt:lpstr>Arial</vt:lpstr>
      <vt:lpstr>Barlow Light</vt:lpstr>
      <vt:lpstr>Barlow SemiBold</vt:lpstr>
      <vt:lpstr>Calibri</vt:lpstr>
      <vt:lpstr>Open Sans</vt:lpstr>
      <vt:lpstr>Open Sans Light</vt:lpstr>
      <vt:lpstr>Open Sans Semibold</vt:lpstr>
      <vt:lpstr>Times New Roman</vt:lpstr>
      <vt:lpstr>Title Slides Master</vt:lpstr>
      <vt:lpstr>MainContentSlideMaster</vt:lpstr>
      <vt:lpstr>ClosingMaster</vt:lpstr>
      <vt:lpstr>DividerSlideMaster</vt:lpstr>
      <vt:lpstr>ImageDescriptionAppendixSlideMaster</vt:lpstr>
      <vt:lpstr>1_ImageDescriptionAppendixSlideMaster</vt:lpstr>
      <vt:lpstr>Swinburne</vt:lpstr>
      <vt:lpstr>PowerPoint Presentation</vt:lpstr>
      <vt:lpstr>Chapter 2</vt:lpstr>
      <vt:lpstr>Learning Objectives</vt:lpstr>
      <vt:lpstr>Open Systems</vt:lpstr>
      <vt:lpstr>The External and Internal Environments of Organizations</vt:lpstr>
      <vt:lpstr>The Economy and Managers</vt:lpstr>
      <vt:lpstr>Technology</vt:lpstr>
      <vt:lpstr>Laws and Regulations</vt:lpstr>
      <vt:lpstr>Demographics</vt:lpstr>
      <vt:lpstr>Sustainability and the Natural Environment</vt:lpstr>
      <vt:lpstr>SPOTLIGHT ON . . . Combating Climate Change</vt:lpstr>
      <vt:lpstr>Exhibit 2.4 The Competitive Environment</vt:lpstr>
      <vt:lpstr>Competitors</vt:lpstr>
      <vt:lpstr>New Entrants</vt:lpstr>
      <vt:lpstr>Substitutes and Complements</vt:lpstr>
      <vt:lpstr>Exhibit 2.5 Potential Substitutes and Complements</vt:lpstr>
      <vt:lpstr>Suppliers</vt:lpstr>
      <vt:lpstr>Customers</vt:lpstr>
      <vt:lpstr>Exhibit 2.6 Actions and Attitudes Affect Customer Service</vt:lpstr>
      <vt:lpstr>Environmental Analysis </vt:lpstr>
      <vt:lpstr>Environmental Scanning</vt:lpstr>
      <vt:lpstr>Exhibit 2.7 Attractive and Unattractive Environments</vt:lpstr>
      <vt:lpstr>Scenario Development and Forecasting</vt:lpstr>
      <vt:lpstr>Benchmarking</vt:lpstr>
      <vt:lpstr>Selecting Your Environment</vt:lpstr>
      <vt:lpstr>Influencing Your Environment</vt:lpstr>
      <vt:lpstr>Exhibit 2.8 Independent Action</vt:lpstr>
      <vt:lpstr>Exhibit 2.9 Cooperative Action</vt:lpstr>
      <vt:lpstr>Adapting to the Environment:  Changing the Organization</vt:lpstr>
      <vt:lpstr>Choosing an Approach</vt:lpstr>
      <vt:lpstr>Organization Culture</vt:lpstr>
      <vt:lpstr>Culture Ground Rules at Warby Parker</vt:lpstr>
      <vt:lpstr>Management in Action:  The Internal Culture at Amazon</vt:lpstr>
      <vt:lpstr>In Review</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P Moran</dc:creator>
  <cp:keywords/>
  <cp:lastModifiedBy>P Moran</cp:lastModifiedBy>
  <cp:revision>421</cp:revision>
  <dcterms:created xsi:type="dcterms:W3CDTF">2021-07-01T13:49:16Z</dcterms:created>
  <dcterms:modified xsi:type="dcterms:W3CDTF">2025-04-12T02:28:43Z</dcterms:modified>
</cp:coreProperties>
</file>