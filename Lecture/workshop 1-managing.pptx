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68" r:id="rId2"/>
    <p:sldId id="570" r:id="rId3"/>
    <p:sldId id="5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114B9D-5D4D-47A7-9A70-D65974DAED24}" v="1" dt="2025-02-22T03:36:39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A2EA2-D134-4047-A729-4A1774E618D3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202D5-DEC0-4A48-AB31-BE2E66E7B77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560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6C90F6-6BF9-4708-BB7D-CA22F176AE07}" type="slidenum">
              <a:rPr kumimoji="0" lang="en-AU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1228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229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baseline="0" dirty="0">
              <a:ea typeface="ＭＳ Ｐゴシック"/>
              <a:cs typeface="ＭＳ Ｐゴシック"/>
            </a:endParaRPr>
          </a:p>
        </p:txBody>
      </p:sp>
      <p:sp>
        <p:nvSpPr>
          <p:cNvPr id="12291" name="Slide Number Placeholder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5165CB-49A6-4291-B934-0D35AB6D5249}" type="slidenum">
              <a:rPr kumimoji="0" lang="en-AU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/>
              </a:rPr>
              <a:pPr marL="0" marR="0" lvl="0" indent="0" algn="r" defTabSz="990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117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668D-3E62-4BE6-A80A-9D06A254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D8B5F-D057-4B7A-AB17-91463E167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94106-D94F-4B2C-9ED4-C1E4B551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DEA84-1277-4FA1-84E0-A3D8BF4D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2A33E-3BD2-4983-B505-295F9048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1629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7142-F38D-4D2C-AD3A-0B092026A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6A402-5931-4452-9589-FDBD090A7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76EDD-DD7D-4859-83E1-94B24234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4647B-5A80-4E7E-9B6E-A6E702A9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666ED-C0D2-486B-AC05-9D491826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5702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7AD3C-4FDD-4F63-817E-2A8C9EB2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75DCC-23FC-4D2A-A255-1BB57EBDC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30C4-861B-4BE7-B0BE-CC8CDB34C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21EAD-B655-4054-A969-D38CF766B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C5B28-90DA-483B-821D-38DF9495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92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697B-F230-4CC8-B783-150D620D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6D103-1BEF-46F9-9034-93DC2D18F6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ACABC-3D08-4DD4-9639-D2BA8081D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E6B35-88EF-453F-A08C-C100D06CD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B8700-2FBD-49D6-A076-A49C6055D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C0C49-480D-477C-904A-6E29C34C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24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7DD7-FDEB-447B-B25A-2160740A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0C746-C3A1-4923-825D-244C55CC7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985CF-A483-4F04-8877-37E1FCDEE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4FA69-CC60-40A6-8ECB-DAA889425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9B584-84D2-4579-997F-B833BEFD9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5B050-47FD-4BCC-A89E-97DD6F7F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299D0-C903-4523-AA88-C93BA803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7FEDC-F220-43B6-B1EB-A47F0009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113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263E1-B989-4A34-8DB3-D9C5AC87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A845B-519A-4104-BA2E-E8FE0B971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574F7-E1AF-47DA-A199-4DEE16D2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4CA06-BCB3-4919-B4C1-F509D39B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226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F842C-9DB1-45CD-B5B6-0E146363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EE9BC-17F7-4F52-A509-65F362574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F9C35-31D0-49FD-8E44-003D8132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0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F9FB-41A7-40F9-90A0-AAB2DC8CB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D3A3C-9527-4C2F-8B80-1839AE257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F2241-78FE-4909-B203-565B15E9A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E16BD-B4FC-4140-B7C8-A9EE2C1D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3FFD4-233A-4E18-AD1D-11C891D77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E3DC6-9461-4CEA-84D2-AF136B2D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35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D2E0-959C-425E-856A-FDC4B99E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D74BA0-4842-48A6-83C8-94E96C3C2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B489C-7070-461D-87E3-6ED88F26D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4A80D-39D8-4449-9C5F-6ED97598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1FB5-732C-49FD-A182-A697069D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34062-6813-4272-A237-7EB7C979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7720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0C2C-9F40-45C9-8EC7-291CD8EC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5096B-F135-4B12-9F02-7BF3328B0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BF4D0-E8B9-4E42-B129-D7213444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CE679-063B-4794-A0F1-BB0464AF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6E3FE-D72E-4EC9-AB02-AFAA89E5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407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B05C8-39C1-4674-96FD-D07C7F9FF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798A2-9A8A-4A9F-9D63-43222A357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FE4FE-0457-48C5-9FDE-310BADF8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F1139-88B2-49BB-A906-DA25F1CF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C0444-0176-4A93-94EB-000047AF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899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TC Building powerpoint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20"/>
          <a:stretch/>
        </p:blipFill>
        <p:spPr>
          <a:xfrm>
            <a:off x="0" y="-1"/>
            <a:ext cx="12192000" cy="68664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57446" y="5346700"/>
            <a:ext cx="3275753" cy="927100"/>
          </a:xfrm>
          <a:prstGeom prst="rect">
            <a:avLst/>
          </a:prstGeom>
        </p:spPr>
      </p:pic>
      <p:pic>
        <p:nvPicPr>
          <p:cNvPr id="9" name="Picture 8" descr="DVC Bubbles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7334" y="741679"/>
            <a:ext cx="9034780" cy="3755676"/>
          </a:xfrm>
          <a:prstGeom prst="rect">
            <a:avLst/>
          </a:prstGeom>
        </p:spPr>
      </p:pic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93700" y="1200150"/>
            <a:ext cx="6934201" cy="1419367"/>
          </a:xfrm>
          <a:prstGeom prst="rect">
            <a:avLst/>
          </a:prstGeom>
        </p:spPr>
        <p:txBody>
          <a:bodyPr/>
          <a:lstStyle>
            <a:lvl1pPr marL="0" indent="0">
              <a:defRPr sz="3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06400" y="3114676"/>
            <a:ext cx="5511800" cy="1133475"/>
          </a:xfrm>
          <a:prstGeom prst="rect">
            <a:avLst/>
          </a:prstGeom>
        </p:spPr>
        <p:txBody>
          <a:bodyPr/>
          <a:lstStyle>
            <a:lvl1pPr marL="0" indent="0">
              <a:defRPr baseline="0"/>
            </a:lvl1pPr>
          </a:lstStyle>
          <a:p>
            <a:pPr lvl="0"/>
            <a:r>
              <a:rPr lang="en-US" dirty="0"/>
              <a:t>Presenter</a:t>
            </a:r>
          </a:p>
        </p:txBody>
      </p:sp>
      <p:pic>
        <p:nvPicPr>
          <p:cNvPr id="13" name="Picture 7" descr="swin logo v.png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10265834" y="0"/>
            <a:ext cx="1926167" cy="288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18861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A52A8F-E0EF-492C-AB0E-4B3134EFF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87398-657B-4DB3-9172-08A5D01FC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2905A-8B45-46DF-9691-4FA2A6A97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9C02F-4C02-473B-93BA-616876FAA4EF}" type="datetimeFigureOut">
              <a:rPr lang="en-AU" smtClean="0"/>
              <a:t>4/03/2025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3AB6D-EE7A-4A79-A437-2A9CA00B0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5D371-BB05-42F9-A58F-D4BF48A73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226EB-69DF-4F09-AA70-921F1F366E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462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4lDHrD_Izo" TargetMode="External"/><Relationship Id="rId2" Type="http://schemas.openxmlformats.org/officeDocument/2006/relationships/hyperlink" Target="https://www.youtube.com/watch?v=pVD4EK194K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w55JojN5u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63795" y="1047750"/>
            <a:ext cx="7316382" cy="166117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AU" sz="2400" dirty="0"/>
              <a:t>MGT10009 Contemporary Management Principals</a:t>
            </a:r>
            <a:endParaRPr lang="en-GB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AU" sz="2400" dirty="0"/>
              <a:t>Workshop- 1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52284" y="2835276"/>
            <a:ext cx="5510366" cy="1889869"/>
          </a:xfrm>
        </p:spPr>
        <p:txBody>
          <a:bodyPr/>
          <a:lstStyle/>
          <a:p>
            <a:pPr>
              <a:buNone/>
            </a:pPr>
            <a:r>
              <a:rPr lang="en-AU" sz="3200" dirty="0"/>
              <a:t>Amna Yousaf</a:t>
            </a:r>
          </a:p>
          <a:p>
            <a:pPr>
              <a:buNone/>
            </a:pPr>
            <a:r>
              <a:rPr lang="en-AU" sz="2000" dirty="0"/>
              <a:t>ayousaf@swin.edu.au</a:t>
            </a:r>
          </a:p>
        </p:txBody>
      </p:sp>
    </p:spTree>
    <p:extLst>
      <p:ext uri="{BB962C8B-B14F-4D97-AF65-F5344CB8AC3E}">
        <p14:creationId xmlns:p14="http://schemas.microsoft.com/office/powerpoint/2010/main" val="243967569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8C283-D967-4CA6-9037-94722AD8C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AU" dirty="0"/>
              <a:t>Discussion points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5DDEA-DA25-4D84-A27A-F79B36501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0100"/>
            <a:ext cx="10515600" cy="569277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characteristics do all organizations share?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are the different levels of managers and how they differ by functions?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Differences between efficiency and effectiveness, what to focus?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are contemporary organizational challenges? 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Globalization</a:t>
            </a:r>
          </a:p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Apple’s initiatives?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Effects of Technological innovations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Rise in gig economy, changing employment arrangements</a:t>
            </a:r>
            <a:endParaRPr lang="en-A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Knowledge management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Collaboration – can you think of some examples?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60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2DD8-ECE1-5596-6B6E-51925E9E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</p:spPr>
        <p:txBody>
          <a:bodyPr/>
          <a:lstStyle/>
          <a:p>
            <a:r>
              <a:rPr lang="en-AU" dirty="0"/>
              <a:t>Discussion points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C3A40-5EA1-5E48-0E3F-C7105D043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2940"/>
            <a:ext cx="10515600" cy="5024023"/>
          </a:xfrm>
        </p:spPr>
        <p:txBody>
          <a:bodyPr>
            <a:normAutofit fontScale="85000" lnSpcReduction="10000"/>
          </a:bodyPr>
          <a:lstStyle/>
          <a:p>
            <a:r>
              <a:rPr lang="en-AU" dirty="0"/>
              <a:t>How can companies manage for competitive advantage? Think about: </a:t>
            </a:r>
          </a:p>
          <a:p>
            <a:pPr lvl="1"/>
            <a:r>
              <a:rPr lang="en-AU" dirty="0"/>
              <a:t>Innovation, sustainability, price, speed, service and quality</a:t>
            </a:r>
          </a:p>
          <a:p>
            <a:r>
              <a:rPr lang="en-AU" dirty="0"/>
              <a:t>Think about </a:t>
            </a:r>
            <a:r>
              <a:rPr lang="en-AU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Innovation and changing business models – Shein, </a:t>
            </a:r>
            <a:r>
              <a:rPr lang="en-AU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Temu</a:t>
            </a:r>
            <a:r>
              <a:rPr lang="en-AU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Airbnb</a:t>
            </a:r>
          </a:p>
          <a:p>
            <a:pPr lvl="1"/>
            <a:r>
              <a:rPr lang="en-AU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Temu</a:t>
            </a:r>
            <a:r>
              <a:rPr lang="en-A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AU" sz="2400" dirty="0">
                <a:hlinkClick r:id="rId2"/>
              </a:rPr>
              <a:t>(9) Chinese retailer </a:t>
            </a:r>
            <a:r>
              <a:rPr lang="en-AU" sz="2400" dirty="0" err="1">
                <a:hlinkClick r:id="rId2"/>
              </a:rPr>
              <a:t>Temu</a:t>
            </a:r>
            <a:r>
              <a:rPr lang="en-AU" sz="2400" dirty="0">
                <a:hlinkClick r:id="rId2"/>
              </a:rPr>
              <a:t> chases cost-conscious Americans with low prices – YouTube</a:t>
            </a:r>
            <a:endParaRPr lang="en-AU" sz="2400" dirty="0"/>
          </a:p>
          <a:p>
            <a:pPr lvl="1"/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Working from home? </a:t>
            </a:r>
            <a:r>
              <a:rPr lang="en-AU" dirty="0">
                <a:hlinkClick r:id="rId3"/>
              </a:rPr>
              <a:t>(1) The whole working-from-home thing — Apple - YouTube</a:t>
            </a:r>
            <a:endParaRPr lang="en-A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fluid working hours – end of 9-5? </a:t>
            </a:r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https://www.youtube.com/watch?v=w55JojN5uTs</a:t>
            </a:r>
            <a:endParaRPr lang="en-A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endParaRPr lang="en-A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AU" dirty="0">
                <a:latin typeface="Calibri" panose="020F0502020204030204" pitchFamily="34" charset="0"/>
                <a:cs typeface="Times New Roman" panose="02020603050405020304" pitchFamily="18" charset="0"/>
              </a:rPr>
              <a:t>Sustainability initiatives of companies such as electric cars</a:t>
            </a:r>
          </a:p>
          <a:p>
            <a:r>
              <a:rPr lang="en-AU" dirty="0">
                <a:latin typeface="Calibri" panose="020F0502020204030204" pitchFamily="34" charset="0"/>
                <a:cs typeface="Times New Roman" panose="02020603050405020304" pitchFamily="18" charset="0"/>
              </a:rPr>
              <a:t>Should managers be able to perform all four functions? </a:t>
            </a:r>
          </a:p>
          <a:p>
            <a:r>
              <a:rPr lang="en-AU" dirty="0">
                <a:latin typeface="Calibri" panose="020F0502020204030204" pitchFamily="34" charset="0"/>
                <a:cs typeface="Times New Roman" panose="02020603050405020304" pitchFamily="18" charset="0"/>
              </a:rPr>
              <a:t>How can you be self-aware and self-manage your career. Consider the role of: 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Times New Roman" panose="02020603050405020304" pitchFamily="18" charset="0"/>
              </a:rPr>
              <a:t>Emotional Intelligence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Times New Roman" panose="02020603050405020304" pitchFamily="18" charset="0"/>
              </a:rPr>
              <a:t>How to survive and thrive?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Times New Roman" panose="02020603050405020304" pitchFamily="18" charset="0"/>
              </a:rPr>
              <a:t>Being specialist or generalist or both? </a:t>
            </a:r>
          </a:p>
          <a:p>
            <a:pPr lvl="1"/>
            <a:r>
              <a:rPr lang="en-AU" dirty="0">
                <a:latin typeface="Calibri" panose="020F0502020204030204" pitchFamily="34" charset="0"/>
                <a:cs typeface="Times New Roman" panose="02020603050405020304" pitchFamily="18" charset="0"/>
              </a:rPr>
              <a:t>Relationship management</a:t>
            </a:r>
          </a:p>
          <a:p>
            <a:pPr lvl="1"/>
            <a:endParaRPr lang="en-A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8568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f7f7579-3e9c-4a7e-b844-420280f53859}" enabled="0" method="" siteId="{df7f7579-3e9c-4a7e-b844-420280f5385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7161</TotalTime>
  <Words>228</Words>
  <Application>Microsoft Office PowerPoint</Application>
  <PresentationFormat>Widescreen</PresentationFormat>
  <Paragraphs>34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Office Theme</vt:lpstr>
      <vt:lpstr>PowerPoint Presentation</vt:lpstr>
      <vt:lpstr>Discussion points (1)</vt:lpstr>
      <vt:lpstr>Discussion points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Amna Yousaf</dc:creator>
  <cp:lastModifiedBy>Amna Yousaf</cp:lastModifiedBy>
  <cp:revision>8</cp:revision>
  <dcterms:created xsi:type="dcterms:W3CDTF">2022-02-25T01:52:10Z</dcterms:created>
  <dcterms:modified xsi:type="dcterms:W3CDTF">2025-03-04T04:23:50Z</dcterms:modified>
</cp:coreProperties>
</file>